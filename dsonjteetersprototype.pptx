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1" r:id="rId4"/>
  </p:sldMasterIdLst>
  <p:notesMasterIdLst>
    <p:notesMasterId r:id="rId10"/>
  </p:notesMasterIdLst>
  <p:handoutMasterIdLst>
    <p:handoutMasterId r:id="rId11"/>
  </p:handoutMasterIdLst>
  <p:sldIdLst>
    <p:sldId id="390" r:id="rId5"/>
    <p:sldId id="451" r:id="rId6"/>
    <p:sldId id="461" r:id="rId7"/>
    <p:sldId id="462" r:id="rId8"/>
    <p:sldId id="38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9E8"/>
    <a:srgbClr val="F1EDEB"/>
    <a:srgbClr val="EEEAE9"/>
    <a:srgbClr val="535C13"/>
    <a:srgbClr val="418AB3"/>
    <a:srgbClr val="2C145C"/>
    <a:srgbClr val="A20602"/>
    <a:srgbClr val="FFFFFF"/>
    <a:srgbClr val="F0F5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98690D-E1B3-9E04-9C42-9F2E65F5804E}" v="618" dt="2026-09-24T12:49:01.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95388" autoAdjust="0"/>
  </p:normalViewPr>
  <p:slideViewPr>
    <p:cSldViewPr snapToGrid="0">
      <p:cViewPr varScale="1">
        <p:scale>
          <a:sx n="82" d="100"/>
          <a:sy n="82" d="100"/>
        </p:scale>
        <p:origin x="918" y="90"/>
      </p:cViewPr>
      <p:guideLst/>
    </p:cSldViewPr>
  </p:slideViewPr>
  <p:notesTextViewPr>
    <p:cViewPr>
      <p:scale>
        <a:sx n="1" d="1"/>
        <a:sy n="1" d="1"/>
      </p:scale>
      <p:origin x="0" y="0"/>
    </p:cViewPr>
  </p:notesTextViewPr>
  <p:notesViewPr>
    <p:cSldViewPr snapToGrid="0">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on Teeters" userId="277cb491e97d6756" providerId="LiveId" clId="{01F63935-08AB-49D1-B378-3708E68EC584}"/>
    <pc:docChg chg="custSel addSld delSld modSld">
      <pc:chgData name="Jameson Teeters" userId="277cb491e97d6756" providerId="LiveId" clId="{01F63935-08AB-49D1-B378-3708E68EC584}" dt="2026-09-24T15:02:47.973" v="1014" actId="2696"/>
      <pc:docMkLst>
        <pc:docMk/>
      </pc:docMkLst>
      <pc:sldChg chg="addSp delSp modSp new mod">
        <pc:chgData name="Jameson Teeters" userId="277cb491e97d6756" providerId="LiveId" clId="{01F63935-08AB-49D1-B378-3708E68EC584}" dt="2026-09-24T14:39:31.814" v="1012" actId="1076"/>
        <pc:sldMkLst>
          <pc:docMk/>
          <pc:sldMk cId="1669914685" sldId="462"/>
        </pc:sldMkLst>
        <pc:spChg chg="mod">
          <ac:chgData name="Jameson Teeters" userId="277cb491e97d6756" providerId="LiveId" clId="{01F63935-08AB-49D1-B378-3708E68EC584}" dt="2026-09-24T14:32:00.545" v="19" actId="1076"/>
          <ac:spMkLst>
            <pc:docMk/>
            <pc:sldMk cId="1669914685" sldId="462"/>
            <ac:spMk id="2" creationId="{F45669BB-F1E9-25E6-255D-9DA1386B8F21}"/>
          </ac:spMkLst>
        </pc:spChg>
        <pc:spChg chg="del">
          <ac:chgData name="Jameson Teeters" userId="277cb491e97d6756" providerId="LiveId" clId="{01F63935-08AB-49D1-B378-3708E68EC584}" dt="2026-09-24T14:31:55.888" v="18" actId="478"/>
          <ac:spMkLst>
            <pc:docMk/>
            <pc:sldMk cId="1669914685" sldId="462"/>
            <ac:spMk id="3" creationId="{5F8957D8-4DA8-A6D3-1CDB-BCDA266427CE}"/>
          </ac:spMkLst>
        </pc:spChg>
        <pc:spChg chg="del">
          <ac:chgData name="Jameson Teeters" userId="277cb491e97d6756" providerId="LiveId" clId="{01F63935-08AB-49D1-B378-3708E68EC584}" dt="2026-09-24T14:31:31.515" v="1" actId="931"/>
          <ac:spMkLst>
            <pc:docMk/>
            <pc:sldMk cId="1669914685" sldId="462"/>
            <ac:spMk id="4" creationId="{C330968C-D51F-D138-1EDD-914244A319CF}"/>
          </ac:spMkLst>
        </pc:spChg>
        <pc:spChg chg="mod">
          <ac:chgData name="Jameson Teeters" userId="277cb491e97d6756" providerId="LiveId" clId="{01F63935-08AB-49D1-B378-3708E68EC584}" dt="2026-09-24T14:32:27.828" v="82" actId="20577"/>
          <ac:spMkLst>
            <pc:docMk/>
            <pc:sldMk cId="1669914685" sldId="462"/>
            <ac:spMk id="5" creationId="{B06630A5-280E-7693-0D06-502A7D11AFEB}"/>
          </ac:spMkLst>
        </pc:spChg>
        <pc:spChg chg="mod">
          <ac:chgData name="Jameson Teeters" userId="277cb491e97d6756" providerId="LiveId" clId="{01F63935-08AB-49D1-B378-3708E68EC584}" dt="2026-09-24T14:35:51.260" v="496" actId="20577"/>
          <ac:spMkLst>
            <pc:docMk/>
            <pc:sldMk cId="1669914685" sldId="462"/>
            <ac:spMk id="6" creationId="{01824338-D876-A3CE-8C26-E802C00D1067}"/>
          </ac:spMkLst>
        </pc:spChg>
        <pc:spChg chg="mod">
          <ac:chgData name="Jameson Teeters" userId="277cb491e97d6756" providerId="LiveId" clId="{01F63935-08AB-49D1-B378-3708E68EC584}" dt="2026-09-24T14:39:31.814" v="1012" actId="1076"/>
          <ac:spMkLst>
            <pc:docMk/>
            <pc:sldMk cId="1669914685" sldId="462"/>
            <ac:spMk id="7" creationId="{7A95B5B6-0053-73DA-0B16-5191CBDCFAC5}"/>
          </ac:spMkLst>
        </pc:spChg>
        <pc:spChg chg="mod">
          <ac:chgData name="Jameson Teeters" userId="277cb491e97d6756" providerId="LiveId" clId="{01F63935-08AB-49D1-B378-3708E68EC584}" dt="2026-09-24T14:39:18.529" v="1008" actId="1076"/>
          <ac:spMkLst>
            <pc:docMk/>
            <pc:sldMk cId="1669914685" sldId="462"/>
            <ac:spMk id="8" creationId="{9B9D0D1F-C2B1-ACE5-4285-BDE471A82D51}"/>
          </ac:spMkLst>
        </pc:spChg>
        <pc:spChg chg="mod">
          <ac:chgData name="Jameson Teeters" userId="277cb491e97d6756" providerId="LiveId" clId="{01F63935-08AB-49D1-B378-3708E68EC584}" dt="2026-09-24T14:39:16.116" v="1007" actId="1076"/>
          <ac:spMkLst>
            <pc:docMk/>
            <pc:sldMk cId="1669914685" sldId="462"/>
            <ac:spMk id="9" creationId="{809B85EE-D267-3F3D-5345-908F9F15EA43}"/>
          </ac:spMkLst>
        </pc:spChg>
        <pc:spChg chg="mod">
          <ac:chgData name="Jameson Teeters" userId="277cb491e97d6756" providerId="LiveId" clId="{01F63935-08AB-49D1-B378-3708E68EC584}" dt="2026-09-24T14:39:27.847" v="1011" actId="1076"/>
          <ac:spMkLst>
            <pc:docMk/>
            <pc:sldMk cId="1669914685" sldId="462"/>
            <ac:spMk id="10" creationId="{85439FFD-AB5E-F50D-818F-569D9226020C}"/>
          </ac:spMkLst>
        </pc:spChg>
        <pc:spChg chg="mod">
          <ac:chgData name="Jameson Teeters" userId="277cb491e97d6756" providerId="LiveId" clId="{01F63935-08AB-49D1-B378-3708E68EC584}" dt="2026-09-24T14:39:24.091" v="1010" actId="1076"/>
          <ac:spMkLst>
            <pc:docMk/>
            <pc:sldMk cId="1669914685" sldId="462"/>
            <ac:spMk id="11" creationId="{24E98293-0E85-6750-80FE-F1227DAD1C1E}"/>
          </ac:spMkLst>
        </pc:spChg>
        <pc:spChg chg="mod">
          <ac:chgData name="Jameson Teeters" userId="277cb491e97d6756" providerId="LiveId" clId="{01F63935-08AB-49D1-B378-3708E68EC584}" dt="2026-09-24T14:39:13.678" v="1006" actId="1076"/>
          <ac:spMkLst>
            <pc:docMk/>
            <pc:sldMk cId="1669914685" sldId="462"/>
            <ac:spMk id="12" creationId="{79D9CF1A-5C68-536A-F500-ED3107D1093D}"/>
          </ac:spMkLst>
        </pc:spChg>
        <pc:spChg chg="mod">
          <ac:chgData name="Jameson Teeters" userId="277cb491e97d6756" providerId="LiveId" clId="{01F63935-08AB-49D1-B378-3708E68EC584}" dt="2026-09-24T14:38:49.643" v="1000" actId="1076"/>
          <ac:spMkLst>
            <pc:docMk/>
            <pc:sldMk cId="1669914685" sldId="462"/>
            <ac:spMk id="13" creationId="{AF36A803-CD61-12FD-4BAC-FE7F75CC9B62}"/>
          </ac:spMkLst>
        </pc:spChg>
        <pc:spChg chg="del">
          <ac:chgData name="Jameson Teeters" userId="277cb491e97d6756" providerId="LiveId" clId="{01F63935-08AB-49D1-B378-3708E68EC584}" dt="2026-09-24T14:38:22.979" v="994" actId="478"/>
          <ac:spMkLst>
            <pc:docMk/>
            <pc:sldMk cId="1669914685" sldId="462"/>
            <ac:spMk id="14" creationId="{1FC0FE3A-EAFF-F748-D90A-33994B3B7E41}"/>
          </ac:spMkLst>
        </pc:spChg>
        <pc:spChg chg="del">
          <ac:chgData name="Jameson Teeters" userId="277cb491e97d6756" providerId="LiveId" clId="{01F63935-08AB-49D1-B378-3708E68EC584}" dt="2026-09-24T14:38:24.378" v="995" actId="478"/>
          <ac:spMkLst>
            <pc:docMk/>
            <pc:sldMk cId="1669914685" sldId="462"/>
            <ac:spMk id="15" creationId="{EB8BF797-8787-637E-0243-0ED233FE70F6}"/>
          </ac:spMkLst>
        </pc:spChg>
        <pc:spChg chg="del">
          <ac:chgData name="Jameson Teeters" userId="277cb491e97d6756" providerId="LiveId" clId="{01F63935-08AB-49D1-B378-3708E68EC584}" dt="2026-09-24T14:38:42.678" v="999" actId="478"/>
          <ac:spMkLst>
            <pc:docMk/>
            <pc:sldMk cId="1669914685" sldId="462"/>
            <ac:spMk id="16" creationId="{83D09E13-0EA1-5389-9A1A-BB2AEAB96355}"/>
          </ac:spMkLst>
        </pc:spChg>
        <pc:spChg chg="del">
          <ac:chgData name="Jameson Teeters" userId="277cb491e97d6756" providerId="LiveId" clId="{01F63935-08AB-49D1-B378-3708E68EC584}" dt="2026-09-24T14:38:36.962" v="997" actId="478"/>
          <ac:spMkLst>
            <pc:docMk/>
            <pc:sldMk cId="1669914685" sldId="462"/>
            <ac:spMk id="17" creationId="{B7B866A5-7A60-8682-833B-DA7BE6AD007E}"/>
          </ac:spMkLst>
        </pc:spChg>
        <pc:spChg chg="del">
          <ac:chgData name="Jameson Teeters" userId="277cb491e97d6756" providerId="LiveId" clId="{01F63935-08AB-49D1-B378-3708E68EC584}" dt="2026-09-24T14:38:38.638" v="998" actId="478"/>
          <ac:spMkLst>
            <pc:docMk/>
            <pc:sldMk cId="1669914685" sldId="462"/>
            <ac:spMk id="18" creationId="{6A03B9A2-B856-6A0F-F2B1-EE4911C9D3D2}"/>
          </ac:spMkLst>
        </pc:spChg>
        <pc:picChg chg="add mod ord">
          <ac:chgData name="Jameson Teeters" userId="277cb491e97d6756" providerId="LiveId" clId="{01F63935-08AB-49D1-B378-3708E68EC584}" dt="2026-09-24T14:31:38.190" v="2" actId="14100"/>
          <ac:picMkLst>
            <pc:docMk/>
            <pc:sldMk cId="1669914685" sldId="462"/>
            <ac:picMk id="21" creationId="{D7781136-FCF3-C2A1-6AD3-FC32D04FB48A}"/>
          </ac:picMkLst>
        </pc:picChg>
      </pc:sldChg>
      <pc:sldChg chg="new del">
        <pc:chgData name="Jameson Teeters" userId="277cb491e97d6756" providerId="LiveId" clId="{01F63935-08AB-49D1-B378-3708E68EC584}" dt="2026-09-24T15:02:47.973" v="1014" actId="2696"/>
        <pc:sldMkLst>
          <pc:docMk/>
          <pc:sldMk cId="4293105669" sldId="4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C5FF20-094C-4B4C-8503-77856AD48D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BAB9C37-3162-492E-B7A4-B3468F930D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3D420-8D24-4DB9-A857-19EF607B88A8}" type="datetimeFigureOut">
              <a:rPr lang="en-US" smtClean="0"/>
              <a:t>9/24/2026</a:t>
            </a:fld>
            <a:endParaRPr lang="en-US" dirty="0"/>
          </a:p>
        </p:txBody>
      </p:sp>
      <p:sp>
        <p:nvSpPr>
          <p:cNvPr id="4" name="Footer Placeholder 3">
            <a:extLst>
              <a:ext uri="{FF2B5EF4-FFF2-40B4-BE49-F238E27FC236}">
                <a16:creationId xmlns:a16="http://schemas.microsoft.com/office/drawing/2014/main" id="{0C5772A6-A2D0-4E9E-A5BB-A4C5956808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13B8032-AFD5-4AF4-B658-6795E74657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7D5C99-9F83-458D-90B6-E6ED176E747E}" type="slidenum">
              <a:rPr lang="en-US" smtClean="0"/>
              <a:t>‹#›</a:t>
            </a:fld>
            <a:endParaRPr lang="en-US" dirty="0"/>
          </a:p>
        </p:txBody>
      </p:sp>
    </p:spTree>
    <p:extLst>
      <p:ext uri="{BB962C8B-B14F-4D97-AF65-F5344CB8AC3E}">
        <p14:creationId xmlns:p14="http://schemas.microsoft.com/office/powerpoint/2010/main" val="21013212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840FA-1869-4E60-9E07-29E4497986F1}" type="datetimeFigureOut">
              <a:rPr lang="en-US" smtClean="0"/>
              <a:t>9/24/2026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B8ACA-7904-40BD-B38E-FD81EA5319F6}" type="slidenum">
              <a:rPr lang="en-US" smtClean="0"/>
              <a:t>‹#›</a:t>
            </a:fld>
            <a:endParaRPr lang="en-US" dirty="0"/>
          </a:p>
        </p:txBody>
      </p:sp>
    </p:spTree>
    <p:extLst>
      <p:ext uri="{BB962C8B-B14F-4D97-AF65-F5344CB8AC3E}">
        <p14:creationId xmlns:p14="http://schemas.microsoft.com/office/powerpoint/2010/main" val="32066224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9B8ACA-7904-40BD-B38E-FD81EA5319F6}" type="slidenum">
              <a:rPr lang="en-US" smtClean="0"/>
              <a:t>0</a:t>
            </a:fld>
            <a:endParaRPr lang="en-US" dirty="0"/>
          </a:p>
        </p:txBody>
      </p:sp>
    </p:spTree>
    <p:extLst>
      <p:ext uri="{BB962C8B-B14F-4D97-AF65-F5344CB8AC3E}">
        <p14:creationId xmlns:p14="http://schemas.microsoft.com/office/powerpoint/2010/main" val="177413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AB1659C-931B-4D88-9E3F-38E165785555}"/>
              </a:ext>
              <a:ext uri="{C183D7F6-B498-43B3-948B-1728B52AA6E4}">
                <adec:decorative xmlns:adec="http://schemas.microsoft.com/office/drawing/2017/decorative" val="0"/>
              </a:ext>
            </a:extLst>
          </p:cNvPr>
          <p:cNvSpPr>
            <a:spLocks noGrp="1"/>
          </p:cNvSpPr>
          <p:nvPr>
            <p:ph type="pic" sz="quarter" idx="10" hasCustomPrompt="1"/>
          </p:nvPr>
        </p:nvSpPr>
        <p:spPr>
          <a:xfrm>
            <a:off x="0" y="0"/>
            <a:ext cx="12192000" cy="6858000"/>
          </a:xfrm>
        </p:spPr>
        <p:txBody>
          <a:bodyPr anchor="ctr"/>
          <a:lstStyle>
            <a:lvl1pPr marL="0" indent="0" algn="ctr">
              <a:buNone/>
              <a:defRPr/>
            </a:lvl1pPr>
          </a:lstStyle>
          <a:p>
            <a:r>
              <a:rPr lang="en-US" dirty="0"/>
              <a:t>Add a picture </a:t>
            </a:r>
          </a:p>
        </p:txBody>
      </p:sp>
      <p:sp>
        <p:nvSpPr>
          <p:cNvPr id="2" name="Title 1">
            <a:extLst>
              <a:ext uri="{FF2B5EF4-FFF2-40B4-BE49-F238E27FC236}">
                <a16:creationId xmlns:a16="http://schemas.microsoft.com/office/drawing/2014/main" id="{9434CD67-C668-42E8-AC37-E29C76B0242B}"/>
              </a:ext>
            </a:extLst>
          </p:cNvPr>
          <p:cNvSpPr>
            <a:spLocks noGrp="1"/>
          </p:cNvSpPr>
          <p:nvPr>
            <p:ph type="ctrTitle" hasCustomPrompt="1"/>
          </p:nvPr>
        </p:nvSpPr>
        <p:spPr>
          <a:xfrm>
            <a:off x="457200" y="457200"/>
            <a:ext cx="11201400" cy="1097280"/>
          </a:xfrm>
          <a:prstGeom prst="rect">
            <a:avLst/>
          </a:prstGeom>
        </p:spPr>
        <p:txBody>
          <a:bodyPr tIns="0" anchor="t" anchorCtr="0">
            <a:noAutofit/>
          </a:bodyPr>
          <a:lstStyle>
            <a:lvl1pPr algn="l">
              <a:defRPr sz="7200" b="1" i="1" spc="100" baseline="0">
                <a:solidFill>
                  <a:schemeClr val="tx1">
                    <a:lumMod val="85000"/>
                    <a:lumOff val="15000"/>
                  </a:schemeClr>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44FD748F-42E3-495F-974D-1BDF0F1FA527}"/>
              </a:ext>
            </a:extLst>
          </p:cNvPr>
          <p:cNvSpPr>
            <a:spLocks noGrp="1"/>
          </p:cNvSpPr>
          <p:nvPr>
            <p:ph type="subTitle" idx="1" hasCustomPrompt="1"/>
          </p:nvPr>
        </p:nvSpPr>
        <p:spPr>
          <a:xfrm>
            <a:off x="457201" y="1554480"/>
            <a:ext cx="11201400" cy="638022"/>
          </a:xfrm>
        </p:spPr>
        <p:txBody>
          <a:bodyPr>
            <a:normAutofit/>
          </a:bodyPr>
          <a:lstStyle>
            <a:lvl1pPr marL="0" indent="0" algn="l">
              <a:buNone/>
              <a:defRPr sz="18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09510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ipe Layout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453128" y="457200"/>
            <a:ext cx="6858000" cy="609411"/>
          </a:xfrm>
          <a:prstGeom prst="rect">
            <a:avLst/>
          </a:prstGeom>
        </p:spPr>
        <p:txBody>
          <a:bodyPr lIns="91440" tIns="0" bIns="0" anchor="t" anchorCtr="0">
            <a:noAutofit/>
          </a:bodyPr>
          <a:lstStyle>
            <a:lvl1pPr>
              <a:lnSpc>
                <a:spcPct val="90000"/>
              </a:lnSpc>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F41F7CAD-B5BC-36F0-94FE-05FCE6E68801}"/>
              </a:ext>
            </a:extLst>
          </p:cNvPr>
          <p:cNvSpPr>
            <a:spLocks noGrp="1"/>
          </p:cNvSpPr>
          <p:nvPr>
            <p:ph type="subTitle" idx="11" hasCustomPrompt="1"/>
          </p:nvPr>
        </p:nvSpPr>
        <p:spPr>
          <a:xfrm>
            <a:off x="4453127" y="1234440"/>
            <a:ext cx="6857999"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Picture Placeholder 4">
            <a:extLst>
              <a:ext uri="{FF2B5EF4-FFF2-40B4-BE49-F238E27FC236}">
                <a16:creationId xmlns:a16="http://schemas.microsoft.com/office/drawing/2014/main" id="{E2097EA0-E1A4-437B-A23F-488927B95FE3}"/>
              </a:ext>
            </a:extLst>
          </p:cNvPr>
          <p:cNvSpPr>
            <a:spLocks noGrp="1"/>
          </p:cNvSpPr>
          <p:nvPr>
            <p:ph type="pic" sz="quarter" idx="10" hasCustomPrompt="1"/>
          </p:nvPr>
        </p:nvSpPr>
        <p:spPr>
          <a:xfrm>
            <a:off x="0" y="0"/>
            <a:ext cx="3971109" cy="6858000"/>
          </a:xfrm>
          <a:noFill/>
        </p:spPr>
        <p:txBody>
          <a:bodyPr anchor="ctr"/>
          <a:lstStyle>
            <a:lvl1pPr marL="0" indent="0" algn="ctr">
              <a:buNone/>
              <a:defRPr/>
            </a:lvl1pPr>
          </a:lstStyle>
          <a:p>
            <a:r>
              <a:rPr lang="en-US" dirty="0"/>
              <a:t>Add a picture </a:t>
            </a:r>
          </a:p>
        </p:txBody>
      </p:sp>
      <p:sp>
        <p:nvSpPr>
          <p:cNvPr id="22" name="Text Placeholder 3">
            <a:extLst>
              <a:ext uri="{FF2B5EF4-FFF2-40B4-BE49-F238E27FC236}">
                <a16:creationId xmlns:a16="http://schemas.microsoft.com/office/drawing/2014/main" id="{286B12DA-FA09-A9F6-13EE-795F5152B5B7}"/>
              </a:ext>
            </a:extLst>
          </p:cNvPr>
          <p:cNvSpPr>
            <a:spLocks noGrp="1"/>
          </p:cNvSpPr>
          <p:nvPr>
            <p:ph type="body" sz="half" idx="12"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7360E21A-8528-AA7D-38F2-EF7EFC92CF36}"/>
              </a:ext>
            </a:extLst>
          </p:cNvPr>
          <p:cNvSpPr>
            <a:spLocks noGrp="1"/>
          </p:cNvSpPr>
          <p:nvPr>
            <p:ph type="body" sz="half" idx="13" hasCustomPrompt="1"/>
          </p:nvPr>
        </p:nvSpPr>
        <p:spPr>
          <a:xfrm>
            <a:off x="4453128" y="2194559"/>
            <a:ext cx="3291840" cy="2000923"/>
          </a:xfrm>
        </p:spPr>
        <p:txBody>
          <a:bodyPr numCol="1">
            <a:noAutofit/>
          </a:bodyPr>
          <a:lstStyle>
            <a:lvl1pPr marL="228600" indent="-228600" hangingPunct="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27">
            <a:extLst>
              <a:ext uri="{FF2B5EF4-FFF2-40B4-BE49-F238E27FC236}">
                <a16:creationId xmlns:a16="http://schemas.microsoft.com/office/drawing/2014/main" id="{EF397C28-0C1D-A853-FDE9-F0E8F3CE6ADA}"/>
              </a:ext>
            </a:extLst>
          </p:cNvPr>
          <p:cNvSpPr>
            <a:spLocks noGrp="1"/>
          </p:cNvSpPr>
          <p:nvPr>
            <p:ph type="body" sz="quarter" idx="16" hasCustomPrompt="1"/>
          </p:nvPr>
        </p:nvSpPr>
        <p:spPr>
          <a:xfrm>
            <a:off x="4453127" y="4447715"/>
            <a:ext cx="2382677" cy="1373775"/>
          </a:xfrm>
          <a:noFill/>
          <a:ln w="25400">
            <a:solidFill>
              <a:schemeClr val="bg2"/>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75FF0A15-82B0-95DF-9F8F-19D2C68E1CC8}"/>
              </a:ext>
            </a:extLst>
          </p:cNvPr>
          <p:cNvSpPr>
            <a:spLocks noGrp="1"/>
          </p:cNvSpPr>
          <p:nvPr>
            <p:ph type="body" sz="quarter" idx="18" hasCustomPrompt="1"/>
          </p:nvPr>
        </p:nvSpPr>
        <p:spPr>
          <a:xfrm>
            <a:off x="4536228" y="4831975"/>
            <a:ext cx="2214282" cy="913533"/>
          </a:xfrm>
        </p:spPr>
        <p:txBody>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a:t>
            </a:r>
          </a:p>
        </p:txBody>
      </p:sp>
      <p:sp>
        <p:nvSpPr>
          <p:cNvPr id="24" name="Text Placeholder 3">
            <a:extLst>
              <a:ext uri="{FF2B5EF4-FFF2-40B4-BE49-F238E27FC236}">
                <a16:creationId xmlns:a16="http://schemas.microsoft.com/office/drawing/2014/main" id="{D873DCFF-5889-873A-FEF4-22E59DC24696}"/>
              </a:ext>
            </a:extLst>
          </p:cNvPr>
          <p:cNvSpPr>
            <a:spLocks noGrp="1"/>
          </p:cNvSpPr>
          <p:nvPr>
            <p:ph type="body" sz="half" idx="14"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5FAC96DB-FC65-87E4-1980-B1FF3C628DB0}"/>
              </a:ext>
            </a:extLst>
          </p:cNvPr>
          <p:cNvSpPr>
            <a:spLocks noGrp="1"/>
          </p:cNvSpPr>
          <p:nvPr>
            <p:ph type="body" sz="half" idx="15" hasCustomPrompt="1"/>
          </p:nvPr>
        </p:nvSpPr>
        <p:spPr>
          <a:xfrm>
            <a:off x="8001000" y="2194559"/>
            <a:ext cx="3291840" cy="3550949"/>
          </a:xfrm>
        </p:spPr>
        <p:txBody>
          <a:bodyPr numCol="1">
            <a:noAutofit/>
          </a:bodyPr>
          <a:lstStyle>
            <a:lvl1pPr marL="0" indent="0">
              <a:spcBef>
                <a:spcPts val="600"/>
              </a:spcBef>
              <a:spcAft>
                <a:spcPts val="1000"/>
              </a:spcAft>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3">
            <a:extLst>
              <a:ext uri="{FF2B5EF4-FFF2-40B4-BE49-F238E27FC236}">
                <a16:creationId xmlns:a16="http://schemas.microsoft.com/office/drawing/2014/main" id="{39717C9F-E573-041C-8212-A9E04D40638D}"/>
              </a:ext>
            </a:extLst>
          </p:cNvPr>
          <p:cNvSpPr>
            <a:spLocks noGrp="1"/>
          </p:cNvSpPr>
          <p:nvPr>
            <p:ph type="body" sz="half" idx="17" hasCustomPrompt="1"/>
          </p:nvPr>
        </p:nvSpPr>
        <p:spPr>
          <a:xfrm>
            <a:off x="4453127" y="6061039"/>
            <a:ext cx="6821425" cy="38548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6" name="Slide Number Placeholder 5">
            <a:extLst>
              <a:ext uri="{FF2B5EF4-FFF2-40B4-BE49-F238E27FC236}">
                <a16:creationId xmlns:a16="http://schemas.microsoft.com/office/drawing/2014/main" id="{7B87CD47-95A7-4ABC-AD12-8F916194D62B}"/>
              </a:ext>
            </a:extLst>
          </p:cNvPr>
          <p:cNvSpPr>
            <a:spLocks noGrp="1"/>
          </p:cNvSpPr>
          <p:nvPr>
            <p:ph type="sldNum" sz="quarter" idx="4"/>
          </p:nvPr>
        </p:nvSpPr>
        <p:spPr>
          <a:xfrm>
            <a:off x="11274552" y="6061039"/>
            <a:ext cx="457200" cy="38548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747909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cipe Layout 2">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3128" y="457200"/>
            <a:ext cx="6858000" cy="731520"/>
          </a:xfrm>
          <a:prstGeom prst="rect">
            <a:avLst/>
          </a:prstGeom>
        </p:spPr>
        <p:txBody>
          <a:bodyPr lIns="91440" tIns="0" bIns="91440" anchor="t" anchorCtr="0">
            <a:noAutofit/>
          </a:bodyPr>
          <a:lstStyle>
            <a:lvl1pPr>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3128" y="1234440"/>
            <a:ext cx="6858000"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0" y="0"/>
            <a:ext cx="3968496" cy="6858000"/>
          </a:xfrm>
          <a:noFill/>
        </p:spPr>
        <p:txBody>
          <a:bodyPr anchor="ctr" anchorCtr="0"/>
          <a:lstStyle>
            <a:lvl1pPr marL="0" indent="0" algn="ctr">
              <a:buNone/>
              <a:defRPr/>
            </a:lvl1pPr>
          </a:lstStyle>
          <a:p>
            <a:r>
              <a:rPr lang="en-US" dirty="0"/>
              <a:t>Add a picture</a:t>
            </a:r>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453128" y="2194559"/>
            <a:ext cx="3291840" cy="3657600"/>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3">
            <a:extLst>
              <a:ext uri="{FF2B5EF4-FFF2-40B4-BE49-F238E27FC236}">
                <a16:creationId xmlns:a16="http://schemas.microsoft.com/office/drawing/2014/main" id="{C7B6AD5B-AEF5-4540-940C-B1E1FEA3BCAB}"/>
              </a:ext>
            </a:extLst>
          </p:cNvPr>
          <p:cNvSpPr>
            <a:spLocks noGrp="1"/>
          </p:cNvSpPr>
          <p:nvPr>
            <p:ph type="body" sz="half" idx="13"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02D6ECAC-8814-4C60-BF83-103E85E412C4}"/>
              </a:ext>
            </a:extLst>
          </p:cNvPr>
          <p:cNvSpPr>
            <a:spLocks noGrp="1"/>
          </p:cNvSpPr>
          <p:nvPr>
            <p:ph type="body" sz="half" idx="14" hasCustomPrompt="1"/>
          </p:nvPr>
        </p:nvSpPr>
        <p:spPr>
          <a:xfrm>
            <a:off x="8001000" y="2194560"/>
            <a:ext cx="3291840" cy="2011680"/>
          </a:xfrm>
        </p:spPr>
        <p:txBody>
          <a:bodyPr numCol="1">
            <a:noAutofit/>
          </a:bodyPr>
          <a:lstStyle>
            <a:lvl1pPr marL="0" indent="0">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8" name="Text Placeholder 27">
            <a:extLst>
              <a:ext uri="{FF2B5EF4-FFF2-40B4-BE49-F238E27FC236}">
                <a16:creationId xmlns:a16="http://schemas.microsoft.com/office/drawing/2014/main" id="{2BBF59D2-23BC-4077-814F-E2E3AE580999}"/>
              </a:ext>
            </a:extLst>
          </p:cNvPr>
          <p:cNvSpPr>
            <a:spLocks noGrp="1"/>
          </p:cNvSpPr>
          <p:nvPr>
            <p:ph type="body" sz="quarter" idx="16" hasCustomPrompt="1"/>
          </p:nvPr>
        </p:nvSpPr>
        <p:spPr>
          <a:xfrm>
            <a:off x="8001000" y="4379256"/>
            <a:ext cx="2286000" cy="1472903"/>
          </a:xfrm>
          <a:noFill/>
          <a:ln w="25400">
            <a:solidFill>
              <a:schemeClr val="bg2"/>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0D26317B-51D7-0B25-F2DE-D12AF43DC82A}"/>
              </a:ext>
            </a:extLst>
          </p:cNvPr>
          <p:cNvSpPr>
            <a:spLocks noGrp="1"/>
          </p:cNvSpPr>
          <p:nvPr>
            <p:ph type="body" sz="quarter" idx="18" hasCustomPrompt="1"/>
          </p:nvPr>
        </p:nvSpPr>
        <p:spPr>
          <a:xfrm>
            <a:off x="8104372" y="4831415"/>
            <a:ext cx="2102035" cy="923926"/>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453128" y="6078071"/>
            <a:ext cx="6821424" cy="36576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 name="Slide Number Placeholder 5">
            <a:extLst>
              <a:ext uri="{FF2B5EF4-FFF2-40B4-BE49-F238E27FC236}">
                <a16:creationId xmlns:a16="http://schemas.microsoft.com/office/drawing/2014/main" id="{08A89469-622B-8F34-ABA7-F43C49266D49}"/>
              </a:ext>
            </a:extLst>
          </p:cNvPr>
          <p:cNvSpPr>
            <a:spLocks noGrp="1"/>
          </p:cNvSpPr>
          <p:nvPr>
            <p:ph type="sldNum" sz="quarter" idx="4"/>
          </p:nvPr>
        </p:nvSpPr>
        <p:spPr>
          <a:xfrm>
            <a:off x="11274552" y="6078071"/>
            <a:ext cx="457200" cy="368448"/>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106433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ipe Layou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0080" y="457200"/>
            <a:ext cx="6858000" cy="731520"/>
          </a:xfrm>
          <a:prstGeom prst="rect">
            <a:avLst/>
          </a:prstGeom>
        </p:spPr>
        <p:txBody>
          <a:bodyPr lIns="91440" tIns="0" r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0080" y="1234440"/>
            <a:ext cx="6858000" cy="39987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Rectangle 2">
            <a:extLst>
              <a:ext uri="{FF2B5EF4-FFF2-40B4-BE49-F238E27FC236}">
                <a16:creationId xmlns:a16="http://schemas.microsoft.com/office/drawing/2014/main" id="{F9B3E8FC-A34C-B9D5-8365-5C51439D7BC1}"/>
              </a:ext>
              <a:ext uri="{C183D7F6-B498-43B3-948B-1728B52AA6E4}">
                <adec:decorative xmlns:adec="http://schemas.microsoft.com/office/drawing/2017/decorative" val="1"/>
              </a:ext>
            </a:extLst>
          </p:cNvPr>
          <p:cNvSpPr/>
          <p:nvPr userDrawn="1"/>
        </p:nvSpPr>
        <p:spPr>
          <a:xfrm>
            <a:off x="0" y="0"/>
            <a:ext cx="3968496"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57200" y="457200"/>
            <a:ext cx="3017520" cy="365760"/>
          </a:xfrm>
        </p:spPr>
        <p:txBody>
          <a:bodyPr>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57200" y="822960"/>
            <a:ext cx="3017520" cy="482548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baseline="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57200" y="5899670"/>
            <a:ext cx="3017520" cy="590774"/>
          </a:xfrm>
        </p:spPr>
        <p:txBody>
          <a:bodyPr bIns="0" numCol="1" anchor="t" anchorCtr="0">
            <a:noAutofit/>
          </a:bodyPr>
          <a:lstStyle>
            <a:lvl1pPr marL="0" indent="0">
              <a:lnSpc>
                <a:spcPts val="14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25014CF3-9F46-B306-A321-E12B99157F07}"/>
              </a:ext>
            </a:extLst>
          </p:cNvPr>
          <p:cNvSpPr>
            <a:spLocks noGrp="1"/>
          </p:cNvSpPr>
          <p:nvPr>
            <p:ph type="body" sz="quarter" idx="33" hasCustomPrompt="1"/>
          </p:nvPr>
        </p:nvSpPr>
        <p:spPr>
          <a:xfrm>
            <a:off x="4294095" y="1828798"/>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9" name="Text Placeholder 3">
            <a:extLst>
              <a:ext uri="{FF2B5EF4-FFF2-40B4-BE49-F238E27FC236}">
                <a16:creationId xmlns:a16="http://schemas.microsoft.com/office/drawing/2014/main" id="{B934946C-9253-40AA-84F7-378E3106E765}"/>
              </a:ext>
            </a:extLst>
          </p:cNvPr>
          <p:cNvSpPr>
            <a:spLocks noGrp="1"/>
          </p:cNvSpPr>
          <p:nvPr>
            <p:ph type="body" sz="half" idx="21" hasCustomPrompt="1"/>
          </p:nvPr>
        </p:nvSpPr>
        <p:spPr>
          <a:xfrm>
            <a:off x="4911773" y="1828798"/>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5" name="Picture Placeholder 29" descr="An empty placeholder to add an image. Click on the placeholder and select the image that you wish to add.">
            <a:extLst>
              <a:ext uri="{FF2B5EF4-FFF2-40B4-BE49-F238E27FC236}">
                <a16:creationId xmlns:a16="http://schemas.microsoft.com/office/drawing/2014/main" id="{1216BA9B-211A-403E-8645-BA7B4B237633}"/>
              </a:ext>
            </a:extLst>
          </p:cNvPr>
          <p:cNvSpPr>
            <a:spLocks noGrp="1"/>
          </p:cNvSpPr>
          <p:nvPr>
            <p:ph type="pic" sz="quarter" idx="19" hasCustomPrompt="1"/>
          </p:nvPr>
        </p:nvSpPr>
        <p:spPr>
          <a:xfrm>
            <a:off x="7536029" y="1828798"/>
            <a:ext cx="1645920" cy="1371600"/>
          </a:xfrm>
          <a:noFill/>
        </p:spPr>
        <p:txBody>
          <a:bodyPr anchor="ctr" anchorCtr="0">
            <a:normAutofit/>
          </a:bodyPr>
          <a:lstStyle>
            <a:lvl1pPr marL="0" indent="0" algn="ctr">
              <a:buNone/>
              <a:defRPr sz="2000"/>
            </a:lvl1pPr>
          </a:lstStyle>
          <a:p>
            <a:r>
              <a:rPr lang="en-US" dirty="0"/>
              <a:t>Add a picture</a:t>
            </a:r>
          </a:p>
        </p:txBody>
      </p:sp>
      <p:sp>
        <p:nvSpPr>
          <p:cNvPr id="10" name="Text Placeholder 8">
            <a:extLst>
              <a:ext uri="{FF2B5EF4-FFF2-40B4-BE49-F238E27FC236}">
                <a16:creationId xmlns:a16="http://schemas.microsoft.com/office/drawing/2014/main" id="{5C47D7B1-0313-A237-578A-846401657F08}"/>
              </a:ext>
            </a:extLst>
          </p:cNvPr>
          <p:cNvSpPr>
            <a:spLocks noGrp="1"/>
          </p:cNvSpPr>
          <p:nvPr>
            <p:ph type="body" sz="quarter" idx="34" hasCustomPrompt="1"/>
          </p:nvPr>
        </p:nvSpPr>
        <p:spPr>
          <a:xfrm>
            <a:off x="4294095" y="3421379"/>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8" name="Text Placeholder 3">
            <a:extLst>
              <a:ext uri="{FF2B5EF4-FFF2-40B4-BE49-F238E27FC236}">
                <a16:creationId xmlns:a16="http://schemas.microsoft.com/office/drawing/2014/main" id="{EED0BB26-D2F7-4112-BAFC-D9A66C9DD5EE}"/>
              </a:ext>
            </a:extLst>
          </p:cNvPr>
          <p:cNvSpPr>
            <a:spLocks noGrp="1"/>
          </p:cNvSpPr>
          <p:nvPr>
            <p:ph type="body" sz="half" idx="27" hasCustomPrompt="1"/>
          </p:nvPr>
        </p:nvSpPr>
        <p:spPr>
          <a:xfrm>
            <a:off x="4911773" y="3421379"/>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00F5F5B-FD46-4295-B012-F670E320EA6D}"/>
              </a:ext>
            </a:extLst>
          </p:cNvPr>
          <p:cNvSpPr>
            <a:spLocks noGrp="1"/>
          </p:cNvSpPr>
          <p:nvPr>
            <p:ph type="pic" sz="quarter" idx="29" hasCustomPrompt="1"/>
          </p:nvPr>
        </p:nvSpPr>
        <p:spPr>
          <a:xfrm>
            <a:off x="7536029" y="3426459"/>
            <a:ext cx="1645920" cy="1371600"/>
          </a:xfrm>
          <a:noFill/>
        </p:spPr>
        <p:txBody>
          <a:bodyPr anchor="ctr" anchorCtr="0">
            <a:normAutofit/>
          </a:bodyPr>
          <a:lstStyle>
            <a:lvl1pPr marL="0" indent="0" algn="ctr">
              <a:buNone/>
              <a:defRPr sz="2000"/>
            </a:lvl1pPr>
          </a:lstStyle>
          <a:p>
            <a:r>
              <a:rPr lang="en-US" dirty="0"/>
              <a:t>Add a picture</a:t>
            </a:r>
          </a:p>
        </p:txBody>
      </p:sp>
      <p:sp>
        <p:nvSpPr>
          <p:cNvPr id="11" name="Text Placeholder 8">
            <a:extLst>
              <a:ext uri="{FF2B5EF4-FFF2-40B4-BE49-F238E27FC236}">
                <a16:creationId xmlns:a16="http://schemas.microsoft.com/office/drawing/2014/main" id="{2A867797-E0E8-323E-39BA-BC807137AF09}"/>
              </a:ext>
            </a:extLst>
          </p:cNvPr>
          <p:cNvSpPr>
            <a:spLocks noGrp="1"/>
          </p:cNvSpPr>
          <p:nvPr>
            <p:ph type="body" sz="quarter" idx="35" hasCustomPrompt="1"/>
          </p:nvPr>
        </p:nvSpPr>
        <p:spPr>
          <a:xfrm>
            <a:off x="4294095" y="502412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9" name="Text Placeholder 3">
            <a:extLst>
              <a:ext uri="{FF2B5EF4-FFF2-40B4-BE49-F238E27FC236}">
                <a16:creationId xmlns:a16="http://schemas.microsoft.com/office/drawing/2014/main" id="{647B97E8-F206-4899-A05D-3CEA7763CBD7}"/>
              </a:ext>
            </a:extLst>
          </p:cNvPr>
          <p:cNvSpPr>
            <a:spLocks noGrp="1"/>
          </p:cNvSpPr>
          <p:nvPr>
            <p:ph type="body" sz="half" idx="28" hasCustomPrompt="1"/>
          </p:nvPr>
        </p:nvSpPr>
        <p:spPr>
          <a:xfrm>
            <a:off x="4911773" y="5013960"/>
            <a:ext cx="2377440" cy="138176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2" name="Picture Placeholder 29" descr="An empty placeholder to add an image. Click on the placeholder and select the image that you wish to add.">
            <a:extLst>
              <a:ext uri="{FF2B5EF4-FFF2-40B4-BE49-F238E27FC236}">
                <a16:creationId xmlns:a16="http://schemas.microsoft.com/office/drawing/2014/main" id="{A15085C5-1FA2-4C89-A410-A151654D4090}"/>
              </a:ext>
            </a:extLst>
          </p:cNvPr>
          <p:cNvSpPr>
            <a:spLocks noGrp="1"/>
          </p:cNvSpPr>
          <p:nvPr>
            <p:ph type="pic" sz="quarter" idx="31" hasCustomPrompt="1"/>
          </p:nvPr>
        </p:nvSpPr>
        <p:spPr>
          <a:xfrm>
            <a:off x="7531829" y="5024120"/>
            <a:ext cx="1645920" cy="1371600"/>
          </a:xfrm>
          <a:noFill/>
        </p:spPr>
        <p:txBody>
          <a:bodyPr anchor="ctr" anchorCtr="0">
            <a:normAutofit/>
          </a:bodyPr>
          <a:lstStyle>
            <a:lvl1pPr marL="0" indent="0" algn="ctr">
              <a:buNone/>
              <a:defRPr sz="2000"/>
            </a:lvl1pPr>
          </a:lstStyle>
          <a:p>
            <a:r>
              <a:rPr lang="en-US" dirty="0"/>
              <a:t>Add a picture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9441396" y="1828798"/>
            <a:ext cx="1828800" cy="2606040"/>
          </a:xfrm>
          <a:noFill/>
        </p:spPr>
        <p:txBody>
          <a:bodyPr anchor="ctr" anchorCtr="0">
            <a:normAutofit/>
          </a:bodyPr>
          <a:lstStyle>
            <a:lvl1pPr marL="0" indent="0" algn="ctr">
              <a:buNone/>
              <a:defRPr sz="2000"/>
            </a:lvl1pPr>
          </a:lstStyle>
          <a:p>
            <a:r>
              <a:rPr lang="en-US" dirty="0"/>
              <a:t>Add a picture</a:t>
            </a:r>
          </a:p>
        </p:txBody>
      </p:sp>
      <p:sp>
        <p:nvSpPr>
          <p:cNvPr id="6" name="Text Placeholder 27">
            <a:extLst>
              <a:ext uri="{FF2B5EF4-FFF2-40B4-BE49-F238E27FC236}">
                <a16:creationId xmlns:a16="http://schemas.microsoft.com/office/drawing/2014/main" id="{F5C877D0-8422-E1CB-B1E1-D9E7DA64E90E}"/>
              </a:ext>
            </a:extLst>
          </p:cNvPr>
          <p:cNvSpPr>
            <a:spLocks noGrp="1"/>
          </p:cNvSpPr>
          <p:nvPr>
            <p:ph type="body" sz="quarter" idx="32" hasCustomPrompt="1"/>
          </p:nvPr>
        </p:nvSpPr>
        <p:spPr>
          <a:xfrm>
            <a:off x="9445752" y="4670264"/>
            <a:ext cx="1824444" cy="1725456"/>
          </a:xfrm>
          <a:noFill/>
          <a:ln w="25400">
            <a:solidFill>
              <a:schemeClr val="bg2"/>
            </a:solidFill>
          </a:ln>
        </p:spPr>
        <p:txBody>
          <a:bodyPr lIns="182880" tIns="3657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7" name="Text Placeholder 5">
            <a:extLst>
              <a:ext uri="{FF2B5EF4-FFF2-40B4-BE49-F238E27FC236}">
                <a16:creationId xmlns:a16="http://schemas.microsoft.com/office/drawing/2014/main" id="{491A1D48-EEE9-45E6-8E9E-0B0DA4BC1E1C}"/>
              </a:ext>
            </a:extLst>
          </p:cNvPr>
          <p:cNvSpPr>
            <a:spLocks noGrp="1"/>
          </p:cNvSpPr>
          <p:nvPr>
            <p:ph type="body" sz="quarter" idx="18" hasCustomPrompt="1"/>
          </p:nvPr>
        </p:nvSpPr>
        <p:spPr>
          <a:xfrm>
            <a:off x="9549124" y="5432611"/>
            <a:ext cx="1677623" cy="772159"/>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5" name="Slide Number Placeholder 5">
            <a:extLst>
              <a:ext uri="{FF2B5EF4-FFF2-40B4-BE49-F238E27FC236}">
                <a16:creationId xmlns:a16="http://schemas.microsoft.com/office/drawing/2014/main" id="{9FCE6334-5F06-631B-050F-C708EE225327}"/>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287679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cipe Layout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5E4DD4-EC55-FD1C-4BAA-1B110252D733}"/>
              </a:ext>
              <a:ext uri="{C183D7F6-B498-43B3-948B-1728B52AA6E4}">
                <adec:decorative xmlns:adec="http://schemas.microsoft.com/office/drawing/2017/decorative" val="1"/>
              </a:ext>
            </a:extLst>
          </p:cNvPr>
          <p:cNvSpPr/>
          <p:nvPr userDrawn="1"/>
        </p:nvSpPr>
        <p:spPr>
          <a:xfrm>
            <a:off x="8375236" y="0"/>
            <a:ext cx="3816763"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1" y="457200"/>
            <a:ext cx="7452360" cy="731520"/>
          </a:xfrm>
          <a:prstGeom prst="rect">
            <a:avLst/>
          </a:prstGeom>
        </p:spPr>
        <p:txBody>
          <a:bodyPr lIns="91440" t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1" y="1234439"/>
            <a:ext cx="745236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ext Placeholder 8">
            <a:extLst>
              <a:ext uri="{FF2B5EF4-FFF2-40B4-BE49-F238E27FC236}">
                <a16:creationId xmlns:a16="http://schemas.microsoft.com/office/drawing/2014/main" id="{EA909FD6-6520-D58C-69F8-D76DDFE6C9AC}"/>
              </a:ext>
            </a:extLst>
          </p:cNvPr>
          <p:cNvSpPr>
            <a:spLocks noGrp="1"/>
          </p:cNvSpPr>
          <p:nvPr>
            <p:ph type="body" sz="quarter" idx="33" hasCustomPrompt="1"/>
          </p:nvPr>
        </p:nvSpPr>
        <p:spPr>
          <a:xfrm>
            <a:off x="292072"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4" name="Text Placeholder 3">
            <a:extLst>
              <a:ext uri="{FF2B5EF4-FFF2-40B4-BE49-F238E27FC236}">
                <a16:creationId xmlns:a16="http://schemas.microsoft.com/office/drawing/2014/main" id="{18F989E1-F209-41C2-AEC2-BDDDEE48E1E5}"/>
              </a:ext>
            </a:extLst>
          </p:cNvPr>
          <p:cNvSpPr>
            <a:spLocks noGrp="1"/>
          </p:cNvSpPr>
          <p:nvPr>
            <p:ph type="body" sz="half" idx="21" hasCustomPrompt="1"/>
          </p:nvPr>
        </p:nvSpPr>
        <p:spPr>
          <a:xfrm>
            <a:off x="914400"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0" name="Text Placeholder 8">
            <a:extLst>
              <a:ext uri="{FF2B5EF4-FFF2-40B4-BE49-F238E27FC236}">
                <a16:creationId xmlns:a16="http://schemas.microsoft.com/office/drawing/2014/main" id="{5437708E-D57D-9164-281B-11FED6FA0F7A}"/>
              </a:ext>
            </a:extLst>
          </p:cNvPr>
          <p:cNvSpPr>
            <a:spLocks noGrp="1"/>
          </p:cNvSpPr>
          <p:nvPr>
            <p:ph type="body" sz="quarter" idx="37" hasCustomPrompt="1"/>
          </p:nvPr>
        </p:nvSpPr>
        <p:spPr>
          <a:xfrm>
            <a:off x="2885334"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2" name="Text Placeholder 3">
            <a:extLst>
              <a:ext uri="{FF2B5EF4-FFF2-40B4-BE49-F238E27FC236}">
                <a16:creationId xmlns:a16="http://schemas.microsoft.com/office/drawing/2014/main" id="{5771C520-4E5C-4853-AE35-F250CB8FB5D8}"/>
              </a:ext>
            </a:extLst>
          </p:cNvPr>
          <p:cNvSpPr>
            <a:spLocks noGrp="1"/>
          </p:cNvSpPr>
          <p:nvPr>
            <p:ph type="body" sz="half" idx="32" hasCustomPrompt="1"/>
          </p:nvPr>
        </p:nvSpPr>
        <p:spPr>
          <a:xfrm>
            <a:off x="3513466"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1" name="Text Placeholder 8">
            <a:extLst>
              <a:ext uri="{FF2B5EF4-FFF2-40B4-BE49-F238E27FC236}">
                <a16:creationId xmlns:a16="http://schemas.microsoft.com/office/drawing/2014/main" id="{B185744E-C749-E648-C70E-AC21183EC389}"/>
              </a:ext>
            </a:extLst>
          </p:cNvPr>
          <p:cNvSpPr>
            <a:spLocks noGrp="1"/>
          </p:cNvSpPr>
          <p:nvPr>
            <p:ph type="body" sz="quarter" idx="38" hasCustomPrompt="1"/>
          </p:nvPr>
        </p:nvSpPr>
        <p:spPr>
          <a:xfrm>
            <a:off x="5441729" y="1837436"/>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4" name="Text Placeholder 3">
            <a:extLst>
              <a:ext uri="{FF2B5EF4-FFF2-40B4-BE49-F238E27FC236}">
                <a16:creationId xmlns:a16="http://schemas.microsoft.com/office/drawing/2014/main" id="{5C64EC75-B525-40E2-B054-6BA5895D0794}"/>
              </a:ext>
            </a:extLst>
          </p:cNvPr>
          <p:cNvSpPr>
            <a:spLocks noGrp="1"/>
          </p:cNvSpPr>
          <p:nvPr>
            <p:ph type="body" sz="half" idx="34" hasCustomPrompt="1"/>
          </p:nvPr>
        </p:nvSpPr>
        <p:spPr>
          <a:xfrm>
            <a:off x="6073201"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3" name="Picture Placeholder 29" descr="An empty placeholder to add an image. Click on the placeholder and select the image that you wish to add.">
            <a:extLst>
              <a:ext uri="{FF2B5EF4-FFF2-40B4-BE49-F238E27FC236}">
                <a16:creationId xmlns:a16="http://schemas.microsoft.com/office/drawing/2014/main" id="{85FEB9CB-F2B1-47F4-9097-30FAF7942942}"/>
              </a:ext>
            </a:extLst>
          </p:cNvPr>
          <p:cNvSpPr>
            <a:spLocks noGrp="1"/>
          </p:cNvSpPr>
          <p:nvPr>
            <p:ph type="pic" sz="quarter" idx="20" hasCustomPrompt="1"/>
          </p:nvPr>
        </p:nvSpPr>
        <p:spPr>
          <a:xfrm>
            <a:off x="457200"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45707C7B-9828-45A7-AF95-4A3BE756BBBA}"/>
              </a:ext>
            </a:extLst>
          </p:cNvPr>
          <p:cNvSpPr>
            <a:spLocks noGrp="1"/>
          </p:cNvSpPr>
          <p:nvPr>
            <p:ph type="pic" sz="quarter" idx="29" hasCustomPrompt="1"/>
          </p:nvPr>
        </p:nvSpPr>
        <p:spPr>
          <a:xfrm>
            <a:off x="3041517"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1" name="Picture Placeholder 29" descr="An empty placeholder to add an image. Click on the placeholder and select the image that you wish to add.">
            <a:extLst>
              <a:ext uri="{FF2B5EF4-FFF2-40B4-BE49-F238E27FC236}">
                <a16:creationId xmlns:a16="http://schemas.microsoft.com/office/drawing/2014/main" id="{56FDA5AA-A766-4B21-8377-9267FFBAE31F}"/>
              </a:ext>
            </a:extLst>
          </p:cNvPr>
          <p:cNvSpPr>
            <a:spLocks noGrp="1"/>
          </p:cNvSpPr>
          <p:nvPr>
            <p:ph type="pic" sz="quarter" idx="31" hasCustomPrompt="1"/>
          </p:nvPr>
        </p:nvSpPr>
        <p:spPr>
          <a:xfrm>
            <a:off x="5625835"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7" name="Text Placeholder 27">
            <a:extLst>
              <a:ext uri="{FF2B5EF4-FFF2-40B4-BE49-F238E27FC236}">
                <a16:creationId xmlns:a16="http://schemas.microsoft.com/office/drawing/2014/main" id="{DBE1AF55-241D-46F7-020E-6E023917E453}"/>
              </a:ext>
            </a:extLst>
          </p:cNvPr>
          <p:cNvSpPr>
            <a:spLocks noGrp="1"/>
          </p:cNvSpPr>
          <p:nvPr>
            <p:ph type="body" sz="quarter" idx="35" hasCustomPrompt="1"/>
          </p:nvPr>
        </p:nvSpPr>
        <p:spPr>
          <a:xfrm>
            <a:off x="8803409" y="457199"/>
            <a:ext cx="2468881" cy="1179575"/>
          </a:xfrm>
          <a:noFill/>
          <a:ln w="25400">
            <a:solidFill>
              <a:schemeClr val="bg2">
                <a:lumMod val="90000"/>
              </a:schemeClr>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8" name="Text Placeholder 5">
            <a:extLst>
              <a:ext uri="{FF2B5EF4-FFF2-40B4-BE49-F238E27FC236}">
                <a16:creationId xmlns:a16="http://schemas.microsoft.com/office/drawing/2014/main" id="{7D37B2C1-B0B7-3A07-F79E-132B06771648}"/>
              </a:ext>
            </a:extLst>
          </p:cNvPr>
          <p:cNvSpPr>
            <a:spLocks noGrp="1"/>
          </p:cNvSpPr>
          <p:nvPr>
            <p:ph type="body" sz="quarter" idx="36" hasCustomPrompt="1"/>
          </p:nvPr>
        </p:nvSpPr>
        <p:spPr>
          <a:xfrm>
            <a:off x="8861062" y="972659"/>
            <a:ext cx="2331194" cy="527872"/>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7" name="Text Placeholder 3">
            <a:extLst>
              <a:ext uri="{FF2B5EF4-FFF2-40B4-BE49-F238E27FC236}">
                <a16:creationId xmlns:a16="http://schemas.microsoft.com/office/drawing/2014/main" id="{0A7E883A-5927-45B9-A5FB-8EFF513E0CAA}"/>
              </a:ext>
            </a:extLst>
          </p:cNvPr>
          <p:cNvSpPr>
            <a:spLocks noGrp="1"/>
          </p:cNvSpPr>
          <p:nvPr>
            <p:ph type="body" sz="half" idx="19" hasCustomPrompt="1"/>
          </p:nvPr>
        </p:nvSpPr>
        <p:spPr>
          <a:xfrm>
            <a:off x="8803410" y="1828800"/>
            <a:ext cx="2468880" cy="365760"/>
          </a:xfrm>
        </p:spPr>
        <p:txBody>
          <a:bodyPr tIns="0">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9" name="Text Placeholder 3">
            <a:extLst>
              <a:ext uri="{FF2B5EF4-FFF2-40B4-BE49-F238E27FC236}">
                <a16:creationId xmlns:a16="http://schemas.microsoft.com/office/drawing/2014/main" id="{51D8D2EE-CE39-4FED-B22E-D2513633F89E}"/>
              </a:ext>
            </a:extLst>
          </p:cNvPr>
          <p:cNvSpPr>
            <a:spLocks noGrp="1"/>
          </p:cNvSpPr>
          <p:nvPr>
            <p:ph type="body" sz="half" idx="18" hasCustomPrompt="1"/>
          </p:nvPr>
        </p:nvSpPr>
        <p:spPr>
          <a:xfrm>
            <a:off x="8803410" y="2194561"/>
            <a:ext cx="2468880" cy="350084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8803410" y="5695407"/>
            <a:ext cx="2468880" cy="751113"/>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6" name="Slide Number Placeholder 5">
            <a:extLst>
              <a:ext uri="{FF2B5EF4-FFF2-40B4-BE49-F238E27FC236}">
                <a16:creationId xmlns:a16="http://schemas.microsoft.com/office/drawing/2014/main" id="{D306F6CE-FA17-07AF-E9BA-CB6242B9B2CF}"/>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08499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cipe Layou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3CD38C-843F-B826-0F88-EA76F39C7463}"/>
              </a:ext>
              <a:ext uri="{C183D7F6-B498-43B3-948B-1728B52AA6E4}">
                <adec:decorative xmlns:adec="http://schemas.microsoft.com/office/drawing/2017/decorative" val="1"/>
              </a:ext>
            </a:extLst>
          </p:cNvPr>
          <p:cNvSpPr/>
          <p:nvPr userDrawn="1"/>
        </p:nvSpPr>
        <p:spPr>
          <a:xfrm>
            <a:off x="6099623" y="0"/>
            <a:ext cx="609237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0" y="457200"/>
            <a:ext cx="5212080" cy="731520"/>
          </a:xfrm>
          <a:prstGeom prst="rect">
            <a:avLst/>
          </a:prstGeom>
        </p:spPr>
        <p:txBody>
          <a:bodyPr lIns="91440" tIns="0" bIns="91440" anchor="t" anchorCtr="0">
            <a:noAutofit/>
          </a:bodyPr>
          <a:lstStyle>
            <a:lvl1pPr algn="l">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0" y="1234440"/>
            <a:ext cx="521208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Picture Placeholder 29" descr="An empty placeholder to add an image. Click on the placeholder and select the image that you wish to add.">
            <a:extLst>
              <a:ext uri="{FF2B5EF4-FFF2-40B4-BE49-F238E27FC236}">
                <a16:creationId xmlns:a16="http://schemas.microsoft.com/office/drawing/2014/main" id="{79870104-83A7-A628-B0CE-73DD22B8228C}"/>
              </a:ext>
            </a:extLst>
          </p:cNvPr>
          <p:cNvSpPr>
            <a:spLocks noGrp="1"/>
          </p:cNvSpPr>
          <p:nvPr>
            <p:ph type="pic" sz="quarter" idx="38" hasCustomPrompt="1"/>
          </p:nvPr>
        </p:nvSpPr>
        <p:spPr>
          <a:xfrm>
            <a:off x="457200" y="1828800"/>
            <a:ext cx="5212080" cy="1143264"/>
          </a:xfrm>
          <a:noFill/>
        </p:spPr>
        <p:txBody>
          <a:bodyPr anchor="ctr" anchorCtr="0">
            <a:normAutofit/>
          </a:bodyPr>
          <a:lstStyle>
            <a:lvl1pPr marL="0" indent="0" algn="ctr">
              <a:buNone/>
              <a:defRPr sz="1800"/>
            </a:lvl1pPr>
          </a:lstStyle>
          <a:p>
            <a:r>
              <a:rPr lang="en-US" dirty="0"/>
              <a:t>Add a picture</a:t>
            </a:r>
          </a:p>
        </p:txBody>
      </p:sp>
      <p:sp>
        <p:nvSpPr>
          <p:cNvPr id="27" name="Text Placeholder 27">
            <a:extLst>
              <a:ext uri="{FF2B5EF4-FFF2-40B4-BE49-F238E27FC236}">
                <a16:creationId xmlns:a16="http://schemas.microsoft.com/office/drawing/2014/main" id="{7B211DA6-5909-4778-ACCB-FDDE1061AEEB}"/>
              </a:ext>
            </a:extLst>
          </p:cNvPr>
          <p:cNvSpPr>
            <a:spLocks noGrp="1"/>
          </p:cNvSpPr>
          <p:nvPr>
            <p:ph type="body" sz="quarter" idx="18" hasCustomPrompt="1"/>
          </p:nvPr>
        </p:nvSpPr>
        <p:spPr>
          <a:xfrm>
            <a:off x="457200" y="3179063"/>
            <a:ext cx="5212080" cy="548640"/>
          </a:xfrm>
          <a:noFill/>
          <a:ln w="25400">
            <a:solidFill>
              <a:schemeClr val="bg2"/>
            </a:solidFill>
          </a:ln>
        </p:spPr>
        <p:txBody>
          <a:bodyPr lIns="182880" tIns="182880" rIns="182880" bIns="182880" anchor="ctr" anchorCtr="0">
            <a:noAutofit/>
          </a:bodyPr>
          <a:lstStyle>
            <a:lvl1pPr marL="0" indent="0" algn="l">
              <a:lnSpc>
                <a:spcPct val="100000"/>
              </a:lnSpc>
              <a:spcBef>
                <a:spcPts val="0"/>
              </a:spcBef>
              <a:buNone/>
              <a:defRPr sz="12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text</a:t>
            </a:r>
          </a:p>
        </p:txBody>
      </p:sp>
      <p:sp>
        <p:nvSpPr>
          <p:cNvPr id="8" name="Text Placeholder 7">
            <a:extLst>
              <a:ext uri="{FF2B5EF4-FFF2-40B4-BE49-F238E27FC236}">
                <a16:creationId xmlns:a16="http://schemas.microsoft.com/office/drawing/2014/main" id="{F4AF6F60-B67D-34B7-DD70-06F3BD0FA5A4}"/>
              </a:ext>
            </a:extLst>
          </p:cNvPr>
          <p:cNvSpPr>
            <a:spLocks noGrp="1"/>
          </p:cNvSpPr>
          <p:nvPr>
            <p:ph type="body" sz="quarter" idx="39" hasCustomPrompt="1"/>
          </p:nvPr>
        </p:nvSpPr>
        <p:spPr>
          <a:xfrm>
            <a:off x="1078276" y="3278748"/>
            <a:ext cx="4542409" cy="360362"/>
          </a:xfrm>
        </p:spPr>
        <p:txBody>
          <a:bodyPr lIns="0" anchor="ctr"/>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25" name="Text Placeholder 3">
            <a:extLst>
              <a:ext uri="{FF2B5EF4-FFF2-40B4-BE49-F238E27FC236}">
                <a16:creationId xmlns:a16="http://schemas.microsoft.com/office/drawing/2014/main" id="{4C47130C-295F-469B-8A2F-DACEF5B5A598}"/>
              </a:ext>
            </a:extLst>
          </p:cNvPr>
          <p:cNvSpPr>
            <a:spLocks noGrp="1"/>
          </p:cNvSpPr>
          <p:nvPr>
            <p:ph type="body" sz="half" idx="11" hasCustomPrompt="1"/>
          </p:nvPr>
        </p:nvSpPr>
        <p:spPr>
          <a:xfrm>
            <a:off x="457199" y="3934702"/>
            <a:ext cx="521208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4" name="Text Placeholder 3">
            <a:extLst>
              <a:ext uri="{FF2B5EF4-FFF2-40B4-BE49-F238E27FC236}">
                <a16:creationId xmlns:a16="http://schemas.microsoft.com/office/drawing/2014/main" id="{5EFB9AC3-DB43-4B4E-B74E-1ED156A18510}"/>
              </a:ext>
            </a:extLst>
          </p:cNvPr>
          <p:cNvSpPr>
            <a:spLocks noGrp="1"/>
          </p:cNvSpPr>
          <p:nvPr>
            <p:ph type="body" sz="half" idx="12" hasCustomPrompt="1"/>
          </p:nvPr>
        </p:nvSpPr>
        <p:spPr>
          <a:xfrm>
            <a:off x="457199" y="4300463"/>
            <a:ext cx="5212080" cy="1615440"/>
          </a:xfrm>
        </p:spPr>
        <p:txBody>
          <a:bodyPr numCol="2" spcCol="457200">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6" name="Text Placeholder 3">
            <a:extLst>
              <a:ext uri="{FF2B5EF4-FFF2-40B4-BE49-F238E27FC236}">
                <a16:creationId xmlns:a16="http://schemas.microsoft.com/office/drawing/2014/main" id="{1808718C-849A-4063-A7DB-6A25E4823A61}"/>
              </a:ext>
            </a:extLst>
          </p:cNvPr>
          <p:cNvSpPr>
            <a:spLocks noGrp="1"/>
          </p:cNvSpPr>
          <p:nvPr>
            <p:ph type="body" sz="half" idx="15" hasCustomPrompt="1"/>
          </p:nvPr>
        </p:nvSpPr>
        <p:spPr>
          <a:xfrm>
            <a:off x="457200" y="5989320"/>
            <a:ext cx="5212080" cy="457200"/>
          </a:xfrm>
        </p:spPr>
        <p:txBody>
          <a:bodyPr bIns="0" numCol="1" anchor="b" anchorCtr="0">
            <a:noAutofit/>
          </a:bodyPr>
          <a:lstStyle>
            <a:lvl1pPr marL="0" indent="0">
              <a:lnSpc>
                <a:spcPct val="1000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EE0586B6-B686-73DD-B5AE-D4E97DB54CC7}"/>
              </a:ext>
            </a:extLst>
          </p:cNvPr>
          <p:cNvSpPr>
            <a:spLocks noGrp="1"/>
          </p:cNvSpPr>
          <p:nvPr>
            <p:ph type="body" sz="quarter" idx="40" hasCustomPrompt="1"/>
          </p:nvPr>
        </p:nvSpPr>
        <p:spPr>
          <a:xfrm>
            <a:off x="6338148" y="45720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3" name="Text Placeholder 3">
            <a:extLst>
              <a:ext uri="{FF2B5EF4-FFF2-40B4-BE49-F238E27FC236}">
                <a16:creationId xmlns:a16="http://schemas.microsoft.com/office/drawing/2014/main" id="{55A40829-372A-4BD2-9DFD-55A1E0FC7A6C}"/>
              </a:ext>
            </a:extLst>
          </p:cNvPr>
          <p:cNvSpPr>
            <a:spLocks noGrp="1"/>
          </p:cNvSpPr>
          <p:nvPr>
            <p:ph type="body" sz="half" idx="21" hasCustomPrompt="1"/>
          </p:nvPr>
        </p:nvSpPr>
        <p:spPr>
          <a:xfrm>
            <a:off x="6961306" y="45720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7" name="Picture Placeholder 29" descr="An empty placeholder to add an image. Click on the placeholder and select the image that you wish to add.">
            <a:extLst>
              <a:ext uri="{FF2B5EF4-FFF2-40B4-BE49-F238E27FC236}">
                <a16:creationId xmlns:a16="http://schemas.microsoft.com/office/drawing/2014/main" id="{ADBABE7C-83A0-42FB-9AB1-BD7454D9103E}"/>
              </a:ext>
            </a:extLst>
          </p:cNvPr>
          <p:cNvSpPr>
            <a:spLocks noGrp="1"/>
          </p:cNvSpPr>
          <p:nvPr>
            <p:ph type="pic" sz="quarter" idx="19" hasCustomPrompt="1"/>
          </p:nvPr>
        </p:nvSpPr>
        <p:spPr>
          <a:xfrm>
            <a:off x="9532822" y="457200"/>
            <a:ext cx="1737360" cy="1280160"/>
          </a:xfrm>
          <a:noFill/>
        </p:spPr>
        <p:txBody>
          <a:bodyPr anchor="ctr" anchorCtr="0">
            <a:normAutofit/>
          </a:bodyPr>
          <a:lstStyle>
            <a:lvl1pPr marL="0" indent="0" algn="ctr">
              <a:buNone/>
              <a:defRPr sz="1800"/>
            </a:lvl1pPr>
          </a:lstStyle>
          <a:p>
            <a:r>
              <a:rPr lang="en-US" dirty="0"/>
              <a:t>Add a picture</a:t>
            </a:r>
          </a:p>
        </p:txBody>
      </p:sp>
      <p:sp>
        <p:nvSpPr>
          <p:cNvPr id="10" name="Text Placeholder 8">
            <a:extLst>
              <a:ext uri="{FF2B5EF4-FFF2-40B4-BE49-F238E27FC236}">
                <a16:creationId xmlns:a16="http://schemas.microsoft.com/office/drawing/2014/main" id="{B8825E8D-E945-5FCF-3D2A-5DAD4603912B}"/>
              </a:ext>
            </a:extLst>
          </p:cNvPr>
          <p:cNvSpPr>
            <a:spLocks noGrp="1"/>
          </p:cNvSpPr>
          <p:nvPr>
            <p:ph type="body" sz="quarter" idx="34" hasCustomPrompt="1"/>
          </p:nvPr>
        </p:nvSpPr>
        <p:spPr>
          <a:xfrm>
            <a:off x="6335099" y="200822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5" name="Text Placeholder 3">
            <a:extLst>
              <a:ext uri="{FF2B5EF4-FFF2-40B4-BE49-F238E27FC236}">
                <a16:creationId xmlns:a16="http://schemas.microsoft.com/office/drawing/2014/main" id="{D3ED1463-3FDC-4F77-A490-BB128AEB35E9}"/>
              </a:ext>
            </a:extLst>
          </p:cNvPr>
          <p:cNvSpPr>
            <a:spLocks noGrp="1"/>
          </p:cNvSpPr>
          <p:nvPr>
            <p:ph type="body" sz="half" idx="33" hasCustomPrompt="1"/>
          </p:nvPr>
        </p:nvSpPr>
        <p:spPr>
          <a:xfrm>
            <a:off x="6961306" y="2008227"/>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8" name="Picture Placeholder 29" descr="An empty placeholder to add an image. Click on the placeholder and select the image that you wish to add.">
            <a:extLst>
              <a:ext uri="{FF2B5EF4-FFF2-40B4-BE49-F238E27FC236}">
                <a16:creationId xmlns:a16="http://schemas.microsoft.com/office/drawing/2014/main" id="{6AA38BAD-E577-44E5-8652-7EB8884D85D4}"/>
              </a:ext>
            </a:extLst>
          </p:cNvPr>
          <p:cNvSpPr>
            <a:spLocks noGrp="1"/>
          </p:cNvSpPr>
          <p:nvPr>
            <p:ph type="pic" sz="quarter" idx="29" hasCustomPrompt="1"/>
          </p:nvPr>
        </p:nvSpPr>
        <p:spPr>
          <a:xfrm>
            <a:off x="9532822" y="2008227"/>
            <a:ext cx="1737360" cy="1280160"/>
          </a:xfrm>
          <a:noFill/>
        </p:spPr>
        <p:txBody>
          <a:bodyPr anchor="ctr" anchorCtr="0">
            <a:normAutofit/>
          </a:bodyPr>
          <a:lstStyle>
            <a:lvl1pPr marL="0" indent="0" algn="ctr">
              <a:buNone/>
              <a:defRPr sz="1800"/>
            </a:lvl1pPr>
          </a:lstStyle>
          <a:p>
            <a:r>
              <a:rPr lang="en-US" dirty="0"/>
              <a:t>Add a picture</a:t>
            </a:r>
          </a:p>
        </p:txBody>
      </p:sp>
      <p:sp>
        <p:nvSpPr>
          <p:cNvPr id="11" name="Text Placeholder 8">
            <a:extLst>
              <a:ext uri="{FF2B5EF4-FFF2-40B4-BE49-F238E27FC236}">
                <a16:creationId xmlns:a16="http://schemas.microsoft.com/office/drawing/2014/main" id="{8CBBAAC1-4AFB-28B5-EC35-68713142A5C5}"/>
              </a:ext>
            </a:extLst>
          </p:cNvPr>
          <p:cNvSpPr>
            <a:spLocks noGrp="1"/>
          </p:cNvSpPr>
          <p:nvPr>
            <p:ph type="body" sz="quarter" idx="41" hasCustomPrompt="1"/>
          </p:nvPr>
        </p:nvSpPr>
        <p:spPr>
          <a:xfrm>
            <a:off x="6335099" y="3559254"/>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7" name="Text Placeholder 3">
            <a:extLst>
              <a:ext uri="{FF2B5EF4-FFF2-40B4-BE49-F238E27FC236}">
                <a16:creationId xmlns:a16="http://schemas.microsoft.com/office/drawing/2014/main" id="{66CBE1DF-E937-4AEA-A7F9-8B809516E332}"/>
              </a:ext>
            </a:extLst>
          </p:cNvPr>
          <p:cNvSpPr>
            <a:spLocks noGrp="1"/>
          </p:cNvSpPr>
          <p:nvPr>
            <p:ph type="body" sz="half" idx="35" hasCustomPrompt="1"/>
          </p:nvPr>
        </p:nvSpPr>
        <p:spPr>
          <a:xfrm>
            <a:off x="6961306" y="3559254"/>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9" name="Picture Placeholder 29" descr="An empty placeholder to add an image. Click on the placeholder and select the image that you wish to add.">
            <a:extLst>
              <a:ext uri="{FF2B5EF4-FFF2-40B4-BE49-F238E27FC236}">
                <a16:creationId xmlns:a16="http://schemas.microsoft.com/office/drawing/2014/main" id="{31089E30-35D5-4B63-962C-E69262F8A31B}"/>
              </a:ext>
            </a:extLst>
          </p:cNvPr>
          <p:cNvSpPr>
            <a:spLocks noGrp="1"/>
          </p:cNvSpPr>
          <p:nvPr>
            <p:ph type="pic" sz="quarter" idx="31" hasCustomPrompt="1"/>
          </p:nvPr>
        </p:nvSpPr>
        <p:spPr>
          <a:xfrm>
            <a:off x="9532822" y="3559254"/>
            <a:ext cx="1737360" cy="1280160"/>
          </a:xfrm>
          <a:noFill/>
        </p:spPr>
        <p:txBody>
          <a:bodyPr anchor="ctr" anchorCtr="0">
            <a:normAutofit/>
          </a:bodyPr>
          <a:lstStyle>
            <a:lvl1pPr marL="0" indent="0" algn="ctr">
              <a:buNone/>
              <a:defRPr sz="1800"/>
            </a:lvl1pPr>
          </a:lstStyle>
          <a:p>
            <a:r>
              <a:rPr lang="en-US" dirty="0"/>
              <a:t>Add a picture</a:t>
            </a:r>
          </a:p>
        </p:txBody>
      </p:sp>
      <p:sp>
        <p:nvSpPr>
          <p:cNvPr id="12" name="Text Placeholder 8">
            <a:extLst>
              <a:ext uri="{FF2B5EF4-FFF2-40B4-BE49-F238E27FC236}">
                <a16:creationId xmlns:a16="http://schemas.microsoft.com/office/drawing/2014/main" id="{BDCE7A94-4F2F-284A-AB7D-0ACAC5147D2D}"/>
              </a:ext>
            </a:extLst>
          </p:cNvPr>
          <p:cNvSpPr>
            <a:spLocks noGrp="1"/>
          </p:cNvSpPr>
          <p:nvPr>
            <p:ph type="body" sz="quarter" idx="42" hasCustomPrompt="1"/>
          </p:nvPr>
        </p:nvSpPr>
        <p:spPr>
          <a:xfrm>
            <a:off x="6330829" y="510818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9" name="Text Placeholder 3">
            <a:extLst>
              <a:ext uri="{FF2B5EF4-FFF2-40B4-BE49-F238E27FC236}">
                <a16:creationId xmlns:a16="http://schemas.microsoft.com/office/drawing/2014/main" id="{A93AA9FB-7091-4FF0-8330-340B0A90ACBB}"/>
              </a:ext>
            </a:extLst>
          </p:cNvPr>
          <p:cNvSpPr>
            <a:spLocks noGrp="1"/>
          </p:cNvSpPr>
          <p:nvPr>
            <p:ph type="body" sz="half" idx="37" hasCustomPrompt="1"/>
          </p:nvPr>
        </p:nvSpPr>
        <p:spPr>
          <a:xfrm>
            <a:off x="6961306" y="511028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94891CE-B5DF-4EC9-BCD1-007200ADE6BF}"/>
              </a:ext>
            </a:extLst>
          </p:cNvPr>
          <p:cNvSpPr>
            <a:spLocks noGrp="1"/>
          </p:cNvSpPr>
          <p:nvPr>
            <p:ph type="pic" sz="quarter" idx="32" hasCustomPrompt="1"/>
          </p:nvPr>
        </p:nvSpPr>
        <p:spPr>
          <a:xfrm>
            <a:off x="9532822" y="5110280"/>
            <a:ext cx="1737360" cy="1280160"/>
          </a:xfrm>
          <a:noFill/>
        </p:spPr>
        <p:txBody>
          <a:bodyPr anchor="ctr" anchorCtr="0">
            <a:normAutofit/>
          </a:bodyPr>
          <a:lstStyle>
            <a:lvl1pPr marL="0" indent="0" algn="ctr">
              <a:buNone/>
              <a:defRPr sz="1800"/>
            </a:lvl1pPr>
          </a:lstStyle>
          <a:p>
            <a:r>
              <a:rPr lang="en-US" dirty="0"/>
              <a:t>Add a picture</a:t>
            </a:r>
          </a:p>
        </p:txBody>
      </p:sp>
      <p:sp>
        <p:nvSpPr>
          <p:cNvPr id="6" name="Slide Number Placeholder 5">
            <a:extLst>
              <a:ext uri="{FF2B5EF4-FFF2-40B4-BE49-F238E27FC236}">
                <a16:creationId xmlns:a16="http://schemas.microsoft.com/office/drawing/2014/main" id="{D48327BB-03CC-2E6C-D0A6-86510337C4CE}"/>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30107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cipe Layout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175D26-A02A-A38D-251F-A3B33B8840A2}"/>
              </a:ext>
              <a:ext uri="{C183D7F6-B498-43B3-948B-1728B52AA6E4}">
                <adec:decorative xmlns:adec="http://schemas.microsoft.com/office/drawing/2017/decorative" val="1"/>
              </a:ext>
            </a:extLst>
          </p:cNvPr>
          <p:cNvSpPr/>
          <p:nvPr userDrawn="1"/>
        </p:nvSpPr>
        <p:spPr>
          <a:xfrm>
            <a:off x="5998743" y="0"/>
            <a:ext cx="619325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543EB-1130-40DD-B0F4-C970AF343E8F}"/>
              </a:ext>
            </a:extLst>
          </p:cNvPr>
          <p:cNvSpPr>
            <a:spLocks noGrp="1"/>
          </p:cNvSpPr>
          <p:nvPr>
            <p:ph type="title" hasCustomPrompt="1"/>
          </p:nvPr>
        </p:nvSpPr>
        <p:spPr>
          <a:xfrm>
            <a:off x="457200" y="457200"/>
            <a:ext cx="5212080" cy="777240"/>
          </a:xfrm>
          <a:prstGeom prst="rect">
            <a:avLst/>
          </a:prstGeom>
          <a:noFill/>
        </p:spPr>
        <p:txBody>
          <a:bodyPr vert="horz" lIns="91440" tIns="0" rIns="91440" bIns="91440" rtlCol="0" anchor="t" anchorCtr="0">
            <a:noAutofit/>
          </a:bodyPr>
          <a:lstStyle>
            <a:lvl1pPr algn="l">
              <a:defRPr lang="en-US" sz="3800">
                <a:solidFill>
                  <a:schemeClr val="tx1">
                    <a:lumMod val="85000"/>
                    <a:lumOff val="15000"/>
                  </a:schemeClr>
                </a:solidFill>
                <a:ea typeface="+mn-ea"/>
                <a:cs typeface="+mn-cs"/>
              </a:defRPr>
            </a:lvl1pPr>
          </a:lstStyle>
          <a:p>
            <a:pPr marL="0" lvl="0" indent="0">
              <a:spcBef>
                <a:spcPts val="1000"/>
              </a:spcBef>
              <a:buFont typeface="Arial" panose="020B0604020202020204" pitchFamily="34" charset="0"/>
            </a:pPr>
            <a:r>
              <a:rPr lang="en-US" dirty="0"/>
              <a:t>Click to add title</a:t>
            </a:r>
          </a:p>
        </p:txBody>
      </p:sp>
      <p:sp>
        <p:nvSpPr>
          <p:cNvPr id="12" name="Subtitle 2">
            <a:extLst>
              <a:ext uri="{FF2B5EF4-FFF2-40B4-BE49-F238E27FC236}">
                <a16:creationId xmlns:a16="http://schemas.microsoft.com/office/drawing/2014/main" id="{861167B6-9741-49DA-A7AF-E1A3352D10C8}"/>
              </a:ext>
            </a:extLst>
          </p:cNvPr>
          <p:cNvSpPr>
            <a:spLocks noGrp="1"/>
          </p:cNvSpPr>
          <p:nvPr>
            <p:ph type="subTitle" idx="20" hasCustomPrompt="1"/>
          </p:nvPr>
        </p:nvSpPr>
        <p:spPr>
          <a:xfrm>
            <a:off x="457200" y="1234440"/>
            <a:ext cx="5212080" cy="321566"/>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6" descr="An empty placeholder to add an image. Click on the placeholder and select the image that you wish to add.">
            <a:extLst>
              <a:ext uri="{FF2B5EF4-FFF2-40B4-BE49-F238E27FC236}">
                <a16:creationId xmlns:a16="http://schemas.microsoft.com/office/drawing/2014/main" id="{EDAB7103-706C-4D50-B9D9-030D5A29D564}"/>
              </a:ext>
            </a:extLst>
          </p:cNvPr>
          <p:cNvSpPr>
            <a:spLocks noGrp="1"/>
          </p:cNvSpPr>
          <p:nvPr>
            <p:ph type="pic" sz="quarter" idx="10" hasCustomPrompt="1"/>
          </p:nvPr>
        </p:nvSpPr>
        <p:spPr>
          <a:xfrm>
            <a:off x="0" y="1828800"/>
            <a:ext cx="5669280" cy="5029200"/>
          </a:xfrm>
          <a:noFill/>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a picture</a:t>
            </a:r>
          </a:p>
        </p:txBody>
      </p:sp>
      <p:sp>
        <p:nvSpPr>
          <p:cNvPr id="16" name="Text Placeholder 3">
            <a:extLst>
              <a:ext uri="{FF2B5EF4-FFF2-40B4-BE49-F238E27FC236}">
                <a16:creationId xmlns:a16="http://schemas.microsoft.com/office/drawing/2014/main" id="{5E29445D-5852-4685-99FA-F6D0EEB71907}"/>
              </a:ext>
            </a:extLst>
          </p:cNvPr>
          <p:cNvSpPr>
            <a:spLocks noGrp="1"/>
          </p:cNvSpPr>
          <p:nvPr>
            <p:ph type="body" sz="half" idx="11" hasCustomPrompt="1"/>
          </p:nvPr>
        </p:nvSpPr>
        <p:spPr>
          <a:xfrm>
            <a:off x="6351894" y="457200"/>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7" name="Text Placeholder 3">
            <a:extLst>
              <a:ext uri="{FF2B5EF4-FFF2-40B4-BE49-F238E27FC236}">
                <a16:creationId xmlns:a16="http://schemas.microsoft.com/office/drawing/2014/main" id="{F8A5A1E2-D455-4943-B46C-912CF46ABA90}"/>
              </a:ext>
            </a:extLst>
          </p:cNvPr>
          <p:cNvSpPr>
            <a:spLocks noGrp="1"/>
          </p:cNvSpPr>
          <p:nvPr>
            <p:ph type="body" sz="half" idx="12" hasCustomPrompt="1"/>
          </p:nvPr>
        </p:nvSpPr>
        <p:spPr>
          <a:xfrm>
            <a:off x="6351894" y="822961"/>
            <a:ext cx="4937760" cy="1155812"/>
          </a:xfrm>
          <a:noFill/>
        </p:spPr>
        <p:txBody>
          <a:bodyPr wrap="square" numCol="2" spcCol="457200" rtlCol="0">
            <a:noAutofit/>
          </a:bodyPr>
          <a:lstStyle>
            <a:lvl1pPr marL="228600" indent="-228600">
              <a:lnSpc>
                <a:spcPts val="1400"/>
              </a:lnSpc>
              <a:spcBef>
                <a:spcPts val="0"/>
              </a:spcBef>
              <a:spcAft>
                <a:spcPts val="700"/>
              </a:spcAft>
              <a:buFont typeface="Arial" panose="020B0604020202020204" pitchFamily="34" charset="0"/>
              <a:buChar char="•"/>
              <a:defRPr lang="en-US" sz="1200" i="0" dirty="0">
                <a:solidFill>
                  <a:schemeClr val="tx1"/>
                </a:solidFill>
              </a:defRPr>
            </a:lvl1pPr>
          </a:lstStyle>
          <a:p>
            <a:pPr lvl="0"/>
            <a:r>
              <a:rPr lang="en-US" dirty="0"/>
              <a:t>Click to add text</a:t>
            </a:r>
          </a:p>
        </p:txBody>
      </p:sp>
      <p:sp>
        <p:nvSpPr>
          <p:cNvPr id="4" name="Text Placeholder 3">
            <a:extLst>
              <a:ext uri="{FF2B5EF4-FFF2-40B4-BE49-F238E27FC236}">
                <a16:creationId xmlns:a16="http://schemas.microsoft.com/office/drawing/2014/main" id="{65203A40-6A55-12EC-9BD5-46AA64770642}"/>
              </a:ext>
            </a:extLst>
          </p:cNvPr>
          <p:cNvSpPr>
            <a:spLocks noGrp="1"/>
          </p:cNvSpPr>
          <p:nvPr>
            <p:ph type="body" sz="half" idx="21" hasCustomPrompt="1"/>
          </p:nvPr>
        </p:nvSpPr>
        <p:spPr>
          <a:xfrm>
            <a:off x="6351894" y="2176492"/>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8">
            <a:extLst>
              <a:ext uri="{FF2B5EF4-FFF2-40B4-BE49-F238E27FC236}">
                <a16:creationId xmlns:a16="http://schemas.microsoft.com/office/drawing/2014/main" id="{6ABAA54B-5D56-E366-F100-D83FF11D3191}"/>
              </a:ext>
            </a:extLst>
          </p:cNvPr>
          <p:cNvSpPr>
            <a:spLocks noGrp="1"/>
          </p:cNvSpPr>
          <p:nvPr>
            <p:ph type="body" sz="quarter" idx="40" hasCustomPrompt="1"/>
          </p:nvPr>
        </p:nvSpPr>
        <p:spPr>
          <a:xfrm>
            <a:off x="6181709" y="258271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 name="Text Placeholder 3">
            <a:extLst>
              <a:ext uri="{FF2B5EF4-FFF2-40B4-BE49-F238E27FC236}">
                <a16:creationId xmlns:a16="http://schemas.microsoft.com/office/drawing/2014/main" id="{91BB2503-6586-B7E1-492D-555313BC0B66}"/>
              </a:ext>
            </a:extLst>
          </p:cNvPr>
          <p:cNvSpPr>
            <a:spLocks noGrp="1"/>
          </p:cNvSpPr>
          <p:nvPr>
            <p:ph type="body" sz="half" idx="22" hasCustomPrompt="1"/>
          </p:nvPr>
        </p:nvSpPr>
        <p:spPr>
          <a:xfrm>
            <a:off x="6805503"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8">
            <a:extLst>
              <a:ext uri="{FF2B5EF4-FFF2-40B4-BE49-F238E27FC236}">
                <a16:creationId xmlns:a16="http://schemas.microsoft.com/office/drawing/2014/main" id="{2C19EEFA-07F9-522D-E2F5-3C9D03B3DAD8}"/>
              </a:ext>
            </a:extLst>
          </p:cNvPr>
          <p:cNvSpPr>
            <a:spLocks noGrp="1"/>
          </p:cNvSpPr>
          <p:nvPr>
            <p:ph type="body" sz="quarter" idx="41" hasCustomPrompt="1"/>
          </p:nvPr>
        </p:nvSpPr>
        <p:spPr>
          <a:xfrm>
            <a:off x="8754474" y="2594785"/>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6" name="Text Placeholder 3">
            <a:extLst>
              <a:ext uri="{FF2B5EF4-FFF2-40B4-BE49-F238E27FC236}">
                <a16:creationId xmlns:a16="http://schemas.microsoft.com/office/drawing/2014/main" id="{163CEC8F-4DDC-8A2E-E283-5C8B3F042661}"/>
              </a:ext>
            </a:extLst>
          </p:cNvPr>
          <p:cNvSpPr>
            <a:spLocks noGrp="1"/>
          </p:cNvSpPr>
          <p:nvPr>
            <p:ph type="body" sz="half" idx="32" hasCustomPrompt="1"/>
          </p:nvPr>
        </p:nvSpPr>
        <p:spPr>
          <a:xfrm>
            <a:off x="9367846"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8">
            <a:extLst>
              <a:ext uri="{FF2B5EF4-FFF2-40B4-BE49-F238E27FC236}">
                <a16:creationId xmlns:a16="http://schemas.microsoft.com/office/drawing/2014/main" id="{A49D387E-8DC7-390E-5682-E3FA2F1A373E}"/>
              </a:ext>
            </a:extLst>
          </p:cNvPr>
          <p:cNvSpPr>
            <a:spLocks noGrp="1"/>
          </p:cNvSpPr>
          <p:nvPr>
            <p:ph type="body" sz="quarter" idx="42" hasCustomPrompt="1"/>
          </p:nvPr>
        </p:nvSpPr>
        <p:spPr>
          <a:xfrm>
            <a:off x="6181709" y="388447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0" name="Text Placeholder 3">
            <a:extLst>
              <a:ext uri="{FF2B5EF4-FFF2-40B4-BE49-F238E27FC236}">
                <a16:creationId xmlns:a16="http://schemas.microsoft.com/office/drawing/2014/main" id="{5DBCD4BD-546F-BF8C-297A-8B841E3A860E}"/>
              </a:ext>
            </a:extLst>
          </p:cNvPr>
          <p:cNvSpPr>
            <a:spLocks noGrp="1"/>
          </p:cNvSpPr>
          <p:nvPr>
            <p:ph type="body" sz="half" idx="33" hasCustomPrompt="1"/>
          </p:nvPr>
        </p:nvSpPr>
        <p:spPr>
          <a:xfrm>
            <a:off x="6807071"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8">
            <a:extLst>
              <a:ext uri="{FF2B5EF4-FFF2-40B4-BE49-F238E27FC236}">
                <a16:creationId xmlns:a16="http://schemas.microsoft.com/office/drawing/2014/main" id="{33ED717A-C3B0-356E-1D30-1782C31C7CE8}"/>
              </a:ext>
            </a:extLst>
          </p:cNvPr>
          <p:cNvSpPr>
            <a:spLocks noGrp="1"/>
          </p:cNvSpPr>
          <p:nvPr>
            <p:ph type="body" sz="quarter" idx="43" hasCustomPrompt="1"/>
          </p:nvPr>
        </p:nvSpPr>
        <p:spPr>
          <a:xfrm>
            <a:off x="8754474" y="388617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1" name="Text Placeholder 3">
            <a:extLst>
              <a:ext uri="{FF2B5EF4-FFF2-40B4-BE49-F238E27FC236}">
                <a16:creationId xmlns:a16="http://schemas.microsoft.com/office/drawing/2014/main" id="{8ABEC6F1-02DD-91A1-15C4-4E3D65F3D322}"/>
              </a:ext>
            </a:extLst>
          </p:cNvPr>
          <p:cNvSpPr>
            <a:spLocks noGrp="1"/>
          </p:cNvSpPr>
          <p:nvPr>
            <p:ph type="body" sz="half" idx="34" hasCustomPrompt="1"/>
          </p:nvPr>
        </p:nvSpPr>
        <p:spPr>
          <a:xfrm>
            <a:off x="9369414"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27">
            <a:extLst>
              <a:ext uri="{FF2B5EF4-FFF2-40B4-BE49-F238E27FC236}">
                <a16:creationId xmlns:a16="http://schemas.microsoft.com/office/drawing/2014/main" id="{40284018-877E-48C8-A60E-5EA184B0B905}"/>
              </a:ext>
            </a:extLst>
          </p:cNvPr>
          <p:cNvSpPr>
            <a:spLocks noGrp="1"/>
          </p:cNvSpPr>
          <p:nvPr>
            <p:ph type="body" sz="quarter" idx="18" hasCustomPrompt="1"/>
          </p:nvPr>
        </p:nvSpPr>
        <p:spPr>
          <a:xfrm>
            <a:off x="6351894" y="5177497"/>
            <a:ext cx="4937760" cy="640080"/>
          </a:xfrm>
          <a:noFill/>
          <a:ln w="25400">
            <a:solidFill>
              <a:schemeClr val="bg2">
                <a:lumMod val="90000"/>
              </a:schemeClr>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a:t>
            </a:r>
          </a:p>
        </p:txBody>
      </p:sp>
      <p:sp>
        <p:nvSpPr>
          <p:cNvPr id="18" name="Text Placeholder 17">
            <a:extLst>
              <a:ext uri="{FF2B5EF4-FFF2-40B4-BE49-F238E27FC236}">
                <a16:creationId xmlns:a16="http://schemas.microsoft.com/office/drawing/2014/main" id="{1FAB78F3-C3C1-C3BA-3087-C8259ABD6AF8}"/>
              </a:ext>
            </a:extLst>
          </p:cNvPr>
          <p:cNvSpPr>
            <a:spLocks noGrp="1"/>
          </p:cNvSpPr>
          <p:nvPr>
            <p:ph type="body" sz="quarter" idx="35" hasCustomPrompt="1"/>
          </p:nvPr>
        </p:nvSpPr>
        <p:spPr>
          <a:xfrm>
            <a:off x="6965576" y="5289177"/>
            <a:ext cx="4196137" cy="467830"/>
          </a:xfrm>
        </p:spPr>
        <p:txBody>
          <a:bodyPr lIns="0"/>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19" name="Text Placeholder 3">
            <a:extLst>
              <a:ext uri="{FF2B5EF4-FFF2-40B4-BE49-F238E27FC236}">
                <a16:creationId xmlns:a16="http://schemas.microsoft.com/office/drawing/2014/main" id="{2B63EEB8-169F-4E42-8938-2B33C50057D9}"/>
              </a:ext>
            </a:extLst>
          </p:cNvPr>
          <p:cNvSpPr>
            <a:spLocks noGrp="1"/>
          </p:cNvSpPr>
          <p:nvPr>
            <p:ph type="body" sz="half" idx="15" hasCustomPrompt="1"/>
          </p:nvPr>
        </p:nvSpPr>
        <p:spPr>
          <a:xfrm>
            <a:off x="6351894" y="5989320"/>
            <a:ext cx="4937760" cy="457200"/>
          </a:xfrm>
        </p:spPr>
        <p:txBody>
          <a:bodyPr bIns="0" numCol="1" anchor="b"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3" name="Slide Number Placeholder 5">
            <a:extLst>
              <a:ext uri="{FF2B5EF4-FFF2-40B4-BE49-F238E27FC236}">
                <a16:creationId xmlns:a16="http://schemas.microsoft.com/office/drawing/2014/main" id="{EAF1384C-39EA-07D1-AB6D-FD77E4E309A8}"/>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15328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EBF2F49-7BE2-47B1-8BC4-A7641CB89A23}"/>
              </a:ext>
            </a:extLst>
          </p:cNvPr>
          <p:cNvSpPr>
            <a:spLocks noGrp="1"/>
          </p:cNvSpPr>
          <p:nvPr>
            <p:ph type="pic" sz="quarter" idx="10" hasCustomPrompt="1"/>
          </p:nvPr>
        </p:nvSpPr>
        <p:spPr>
          <a:xfrm>
            <a:off x="0" y="0"/>
            <a:ext cx="12192000" cy="6858000"/>
          </a:xfrm>
          <a:noFill/>
        </p:spPr>
        <p:txBody>
          <a:bodyPr anchor="ctr"/>
          <a:lstStyle>
            <a:lvl1pPr marL="0" indent="0" algn="ctr">
              <a:buNone/>
              <a:defRPr/>
            </a:lvl1pPr>
          </a:lstStyle>
          <a:p>
            <a:r>
              <a:rPr lang="en-US" dirty="0"/>
              <a:t>Add a picture </a:t>
            </a:r>
          </a:p>
        </p:txBody>
      </p:sp>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67711" y="457200"/>
            <a:ext cx="11256579" cy="1280160"/>
          </a:xfrm>
          <a:prstGeom prst="rect">
            <a:avLst/>
          </a:prstGeom>
        </p:spPr>
        <p:txBody>
          <a:bodyPr tIns="0" anchor="t" anchorCtr="0">
            <a:noAutofit/>
          </a:bodyPr>
          <a:lstStyle>
            <a:lvl1pPr algn="l">
              <a:lnSpc>
                <a:spcPct val="90000"/>
              </a:lnSpc>
              <a:defRPr sz="7200">
                <a:solidFill>
                  <a:schemeClr val="tx1">
                    <a:lumMod val="85000"/>
                    <a:lumOff val="15000"/>
                  </a:schemeClr>
                </a:solidFill>
              </a:defRPr>
            </a:lvl1pPr>
          </a:lstStyle>
          <a:p>
            <a:r>
              <a:rPr lang="en-US" dirty="0"/>
              <a:t>Click to add title</a:t>
            </a:r>
          </a:p>
        </p:txBody>
      </p:sp>
    </p:spTree>
    <p:extLst>
      <p:ext uri="{BB962C8B-B14F-4D97-AF65-F5344CB8AC3E}">
        <p14:creationId xmlns:p14="http://schemas.microsoft.com/office/powerpoint/2010/main" val="134604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ors">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507606" y="2743200"/>
            <a:ext cx="7228159" cy="1280160"/>
          </a:xfrm>
          <a:prstGeom prst="rect">
            <a:avLst/>
          </a:prstGeom>
        </p:spPr>
        <p:txBody>
          <a:bodyPr tIns="0" anchor="t" anchorCtr="0">
            <a:noAutofit/>
          </a:bodyPr>
          <a:lstStyle>
            <a:lvl1pPr>
              <a:lnSpc>
                <a:spcPct val="90000"/>
              </a:lnSpc>
              <a:defRPr sz="7200">
                <a:solidFill>
                  <a:schemeClr val="tx1">
                    <a:lumMod val="85000"/>
                    <a:lumOff val="15000"/>
                  </a:schemeClr>
                </a:solidFill>
              </a:defRPr>
            </a:lvl1pPr>
          </a:lstStyle>
          <a:p>
            <a:r>
              <a:rPr lang="en-US" dirty="0"/>
              <a:t>Click to add title</a:t>
            </a:r>
          </a:p>
        </p:txBody>
      </p:sp>
      <p:sp>
        <p:nvSpPr>
          <p:cNvPr id="5" name="Subtitle 2">
            <a:extLst>
              <a:ext uri="{FF2B5EF4-FFF2-40B4-BE49-F238E27FC236}">
                <a16:creationId xmlns:a16="http://schemas.microsoft.com/office/drawing/2014/main" id="{6D233A8E-E8E2-428D-B3B1-4DD2D1AD48F2}"/>
              </a:ext>
            </a:extLst>
          </p:cNvPr>
          <p:cNvSpPr>
            <a:spLocks noGrp="1"/>
          </p:cNvSpPr>
          <p:nvPr>
            <p:ph type="subTitle" idx="10" hasCustomPrompt="1"/>
          </p:nvPr>
        </p:nvSpPr>
        <p:spPr>
          <a:xfrm>
            <a:off x="4507606" y="4114800"/>
            <a:ext cx="7228159" cy="2286000"/>
          </a:xfrm>
        </p:spPr>
        <p:txBody>
          <a:bodyPr tIns="0" numCol="3" spcCol="457200">
            <a:noAutofit/>
          </a:bodyPr>
          <a:lstStyle>
            <a:lvl1pPr marL="0" indent="0" algn="l">
              <a:lnSpc>
                <a:spcPts val="4500"/>
              </a:lnSpc>
              <a:spcBef>
                <a:spcPts val="300"/>
              </a:spcBef>
              <a:buNone/>
              <a:defRPr sz="20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icture Placeholder 4">
            <a:extLst>
              <a:ext uri="{FF2B5EF4-FFF2-40B4-BE49-F238E27FC236}">
                <a16:creationId xmlns:a16="http://schemas.microsoft.com/office/drawing/2014/main" id="{EA2014FC-BC19-4F06-91E1-BBB98A5CE2AA}"/>
              </a:ext>
            </a:extLst>
          </p:cNvPr>
          <p:cNvSpPr>
            <a:spLocks noGrp="1"/>
          </p:cNvSpPr>
          <p:nvPr>
            <p:ph type="pic" sz="quarter" idx="11" hasCustomPrompt="1"/>
          </p:nvPr>
        </p:nvSpPr>
        <p:spPr>
          <a:xfrm>
            <a:off x="0" y="0"/>
            <a:ext cx="3968496" cy="68580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3677679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96BD-B6AC-4441-9EB5-EF715B563CC5}"/>
              </a:ext>
            </a:extLst>
          </p:cNvPr>
          <p:cNvSpPr>
            <a:spLocks noGrp="1"/>
          </p:cNvSpPr>
          <p:nvPr>
            <p:ph type="title" hasCustomPrompt="1"/>
          </p:nvPr>
        </p:nvSpPr>
        <p:spPr>
          <a:xfrm>
            <a:off x="457199" y="457198"/>
            <a:ext cx="11201400" cy="971552"/>
          </a:xfrm>
          <a:prstGeom prst="rect">
            <a:avLst/>
          </a:prstGeom>
        </p:spPr>
        <p:txBody>
          <a:bodyPr tIns="0" anchor="t" anchorCtr="0">
            <a:normAutofit/>
          </a:bodyPr>
          <a:lstStyle>
            <a:lvl1pPr>
              <a:defRPr sz="7200">
                <a:solidFill>
                  <a:schemeClr val="tx1">
                    <a:lumMod val="85000"/>
                    <a:lumOff val="15000"/>
                  </a:schemeClr>
                </a:solidFill>
              </a:defRPr>
            </a:lvl1pPr>
          </a:lstStyle>
          <a:p>
            <a:r>
              <a:rPr lang="en-US" dirty="0"/>
              <a:t>Click to add title </a:t>
            </a:r>
          </a:p>
        </p:txBody>
      </p:sp>
      <p:sp>
        <p:nvSpPr>
          <p:cNvPr id="7" name="Subtitle 2">
            <a:extLst>
              <a:ext uri="{FF2B5EF4-FFF2-40B4-BE49-F238E27FC236}">
                <a16:creationId xmlns:a16="http://schemas.microsoft.com/office/drawing/2014/main" id="{C82E24EF-9D75-D197-3BFB-2AC785E86282}"/>
              </a:ext>
            </a:extLst>
          </p:cNvPr>
          <p:cNvSpPr>
            <a:spLocks noGrp="1"/>
          </p:cNvSpPr>
          <p:nvPr>
            <p:ph type="subTitle" idx="1" hasCustomPrompt="1"/>
          </p:nvPr>
        </p:nvSpPr>
        <p:spPr>
          <a:xfrm>
            <a:off x="457201" y="1554480"/>
            <a:ext cx="11201400" cy="638022"/>
          </a:xfrm>
        </p:spPr>
        <p:txBody>
          <a:bodyPr>
            <a:normAutofit/>
          </a:bodyPr>
          <a:lstStyle>
            <a:lvl1pPr marL="0" indent="0" algn="l">
              <a:buNone/>
              <a:defRPr sz="20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9" name="Picture Placeholder 4">
            <a:extLst>
              <a:ext uri="{FF2B5EF4-FFF2-40B4-BE49-F238E27FC236}">
                <a16:creationId xmlns:a16="http://schemas.microsoft.com/office/drawing/2014/main" id="{1FFC4A27-82C1-409D-B822-91EB3DF28632}"/>
              </a:ext>
            </a:extLst>
          </p:cNvPr>
          <p:cNvSpPr>
            <a:spLocks noGrp="1"/>
          </p:cNvSpPr>
          <p:nvPr>
            <p:ph type="pic" sz="quarter" idx="10" hasCustomPrompt="1"/>
          </p:nvPr>
        </p:nvSpPr>
        <p:spPr>
          <a:xfrm>
            <a:off x="0" y="2743200"/>
            <a:ext cx="4069080" cy="4114800"/>
          </a:xfrm>
          <a:noFill/>
        </p:spPr>
        <p:txBody>
          <a:bodyPr anchor="ctr"/>
          <a:lstStyle>
            <a:lvl1pPr marL="0" indent="0" algn="ctr">
              <a:buNone/>
              <a:defRPr/>
            </a:lvl1pPr>
          </a:lstStyle>
          <a:p>
            <a:r>
              <a:rPr lang="en-US" dirty="0"/>
              <a:t>Add a picture </a:t>
            </a:r>
          </a:p>
        </p:txBody>
      </p:sp>
      <p:sp>
        <p:nvSpPr>
          <p:cNvPr id="5" name="Picture Placeholder 4">
            <a:extLst>
              <a:ext uri="{FF2B5EF4-FFF2-40B4-BE49-F238E27FC236}">
                <a16:creationId xmlns:a16="http://schemas.microsoft.com/office/drawing/2014/main" id="{BEB24175-FCF4-B7E7-2167-75B5D2CB173D}"/>
              </a:ext>
            </a:extLst>
          </p:cNvPr>
          <p:cNvSpPr>
            <a:spLocks noGrp="1"/>
          </p:cNvSpPr>
          <p:nvPr>
            <p:ph type="pic" sz="quarter" idx="12" hasCustomPrompt="1"/>
          </p:nvPr>
        </p:nvSpPr>
        <p:spPr>
          <a:xfrm>
            <a:off x="4061460" y="2743200"/>
            <a:ext cx="4069080" cy="4114800"/>
          </a:xfrm>
          <a:noFill/>
        </p:spPr>
        <p:txBody>
          <a:bodyPr anchor="ctr"/>
          <a:lstStyle>
            <a:lvl1pPr marL="0" indent="0" algn="ctr">
              <a:buNone/>
              <a:defRPr/>
            </a:lvl1pPr>
          </a:lstStyle>
          <a:p>
            <a:r>
              <a:rPr lang="en-US" dirty="0"/>
              <a:t>Add a picture </a:t>
            </a:r>
          </a:p>
        </p:txBody>
      </p:sp>
      <p:sp>
        <p:nvSpPr>
          <p:cNvPr id="4" name="Picture Placeholder 4">
            <a:extLst>
              <a:ext uri="{FF2B5EF4-FFF2-40B4-BE49-F238E27FC236}">
                <a16:creationId xmlns:a16="http://schemas.microsoft.com/office/drawing/2014/main" id="{EEA5E70B-F4FB-4795-A208-10267176B7C7}"/>
              </a:ext>
            </a:extLst>
          </p:cNvPr>
          <p:cNvSpPr>
            <a:spLocks noGrp="1"/>
          </p:cNvSpPr>
          <p:nvPr>
            <p:ph type="pic" sz="quarter" idx="11" hasCustomPrompt="1"/>
          </p:nvPr>
        </p:nvSpPr>
        <p:spPr>
          <a:xfrm>
            <a:off x="8122920" y="2743200"/>
            <a:ext cx="4069080" cy="41148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75889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58240A-8AA3-4585-BCFB-5E6B8F3DE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FDFD43C-A0D1-4CC6-9A2E-479DF76A24B0}"/>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
        <p:nvSpPr>
          <p:cNvPr id="7" name="Title Placeholder 6">
            <a:extLst>
              <a:ext uri="{FF2B5EF4-FFF2-40B4-BE49-F238E27FC236}">
                <a16:creationId xmlns:a16="http://schemas.microsoft.com/office/drawing/2014/main" id="{9B92C827-4DAB-89F5-4FBD-C72A83007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add title</a:t>
            </a:r>
          </a:p>
        </p:txBody>
      </p:sp>
    </p:spTree>
    <p:extLst>
      <p:ext uri="{BB962C8B-B14F-4D97-AF65-F5344CB8AC3E}">
        <p14:creationId xmlns:p14="http://schemas.microsoft.com/office/powerpoint/2010/main" val="1201637337"/>
      </p:ext>
    </p:extLst>
  </p:cSld>
  <p:clrMap bg1="lt1" tx1="dk1" bg2="lt2" tx2="dk2" accent1="accent1" accent2="accent2" accent3="accent3" accent4="accent4" accent5="accent5" accent6="accent6" hlink="hlink" folHlink="folHlink"/>
  <p:sldLayoutIdLst>
    <p:sldLayoutId id="2147483682" r:id="rId1"/>
    <p:sldLayoutId id="2147483684" r:id="rId2"/>
    <p:sldLayoutId id="2147483664" r:id="rId3"/>
    <p:sldLayoutId id="2147483668" r:id="rId4"/>
    <p:sldLayoutId id="2147483690" r:id="rId5"/>
    <p:sldLayoutId id="2147483670" r:id="rId6"/>
    <p:sldLayoutId id="2147483714" r:id="rId7"/>
    <p:sldLayoutId id="2147483685" r:id="rId8"/>
    <p:sldLayoutId id="2147483694" r:id="rId9"/>
    <p:sldLayoutId id="2147483696" r:id="rId10"/>
  </p:sldLayoutIdLst>
  <p:hf hdr="0" ftr="0" dt="0"/>
  <p:txStyles>
    <p:titleStyle>
      <a:lvl1pPr algn="l" defTabSz="914400" rtl="0" eaLnBrk="1" latinLnBrk="0" hangingPunct="1">
        <a:lnSpc>
          <a:spcPct val="90000"/>
        </a:lnSpc>
        <a:spcBef>
          <a:spcPct val="0"/>
        </a:spcBef>
        <a:buNone/>
        <a:defRPr sz="4800" b="0" i="1" kern="1200" spc="1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 up of vegetables">
            <a:extLst>
              <a:ext uri="{FF2B5EF4-FFF2-40B4-BE49-F238E27FC236}">
                <a16:creationId xmlns:a16="http://schemas.microsoft.com/office/drawing/2014/main" id="{C1F73E38-9072-B852-6B1C-EC2330D6F723}"/>
              </a:ext>
            </a:extLst>
          </p:cNvPr>
          <p:cNvPicPr>
            <a:picLocks noGrp="1" noChangeAspect="1"/>
          </p:cNvPicPr>
          <p:nvPr>
            <p:ph type="pic" sz="quarter" idx="10"/>
          </p:nvPr>
        </p:nvPicPr>
        <p:blipFill>
          <a:blip r:embed="rId3"/>
          <a:srcRect/>
          <a:stretch/>
        </p:blipFill>
        <p:spPr>
          <a:xfrm>
            <a:off x="0" y="0"/>
            <a:ext cx="12192000" cy="6858000"/>
          </a:xfrm>
        </p:spPr>
      </p:pic>
      <p:sp>
        <p:nvSpPr>
          <p:cNvPr id="2" name="Title 1">
            <a:extLst>
              <a:ext uri="{FF2B5EF4-FFF2-40B4-BE49-F238E27FC236}">
                <a16:creationId xmlns:a16="http://schemas.microsoft.com/office/drawing/2014/main" id="{108FBC78-66E7-45DE-B5B9-64E043635320}"/>
              </a:ext>
            </a:extLst>
          </p:cNvPr>
          <p:cNvSpPr>
            <a:spLocks noGrp="1"/>
          </p:cNvSpPr>
          <p:nvPr>
            <p:ph type="ctrTitle"/>
          </p:nvPr>
        </p:nvSpPr>
        <p:spPr>
          <a:xfrm>
            <a:off x="457200" y="457200"/>
            <a:ext cx="4618567" cy="1965114"/>
          </a:xfrm>
        </p:spPr>
        <p:txBody>
          <a:bodyPr tIns="0" anchor="t" anchorCtr="0"/>
          <a:lstStyle/>
          <a:p>
            <a:r>
              <a:rPr lang="en-US" dirty="0" err="1"/>
              <a:t>MealPrepMatch</a:t>
            </a:r>
          </a:p>
        </p:txBody>
      </p:sp>
      <p:sp>
        <p:nvSpPr>
          <p:cNvPr id="5" name="Subtitle 4">
            <a:extLst>
              <a:ext uri="{FF2B5EF4-FFF2-40B4-BE49-F238E27FC236}">
                <a16:creationId xmlns:a16="http://schemas.microsoft.com/office/drawing/2014/main" id="{FE669A56-DEF5-6757-6DF5-14892302A221}"/>
              </a:ext>
            </a:extLst>
          </p:cNvPr>
          <p:cNvSpPr>
            <a:spLocks noGrp="1"/>
          </p:cNvSpPr>
          <p:nvPr>
            <p:ph type="subTitle" idx="1"/>
          </p:nvPr>
        </p:nvSpPr>
        <p:spPr>
          <a:xfrm>
            <a:off x="457201" y="2623397"/>
            <a:ext cx="11201400" cy="807355"/>
          </a:xfrm>
        </p:spPr>
        <p:txBody>
          <a:bodyPr vert="horz" lIns="91440" tIns="45720" rIns="91440" bIns="45720" rtlCol="0" anchor="t">
            <a:normAutofit/>
          </a:bodyPr>
          <a:lstStyle/>
          <a:p>
            <a:r>
              <a:rPr lang="en-US" dirty="0"/>
              <a:t>By Daniel Son, </a:t>
            </a:r>
          </a:p>
          <a:p>
            <a:r>
              <a:rPr lang="en-US" dirty="0"/>
              <a:t>Jameson Teeters</a:t>
            </a:r>
          </a:p>
        </p:txBody>
      </p:sp>
    </p:spTree>
    <p:extLst>
      <p:ext uri="{BB962C8B-B14F-4D97-AF65-F5344CB8AC3E}">
        <p14:creationId xmlns:p14="http://schemas.microsoft.com/office/powerpoint/2010/main" val="292633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5D337-46DC-B823-5A10-EFC9185DEBAF}"/>
              </a:ext>
            </a:extLst>
          </p:cNvPr>
          <p:cNvSpPr>
            <a:spLocks noGrp="1"/>
          </p:cNvSpPr>
          <p:nvPr>
            <p:ph type="title"/>
          </p:nvPr>
        </p:nvSpPr>
        <p:spPr>
          <a:xfrm>
            <a:off x="4453128" y="457200"/>
            <a:ext cx="6858000" cy="609411"/>
          </a:xfrm>
        </p:spPr>
        <p:txBody>
          <a:bodyPr/>
          <a:lstStyle/>
          <a:p>
            <a:r>
              <a:rPr lang="en-US" dirty="0"/>
              <a:t>Customer(Consumer) </a:t>
            </a:r>
          </a:p>
        </p:txBody>
      </p:sp>
      <p:pic>
        <p:nvPicPr>
          <p:cNvPr id="14" name="Picture Placeholder 13" descr="Close up of food on a plate">
            <a:extLst>
              <a:ext uri="{FF2B5EF4-FFF2-40B4-BE49-F238E27FC236}">
                <a16:creationId xmlns:a16="http://schemas.microsoft.com/office/drawing/2014/main" id="{AC0C6926-B045-2954-BDAB-87B0CB47713B}"/>
              </a:ext>
            </a:extLst>
          </p:cNvPr>
          <p:cNvPicPr>
            <a:picLocks noGrp="1" noChangeAspect="1"/>
          </p:cNvPicPr>
          <p:nvPr>
            <p:ph type="pic" sz="quarter" idx="10"/>
          </p:nvPr>
        </p:nvPicPr>
        <p:blipFill>
          <a:blip r:embed="rId2"/>
          <a:srcRect t="20" b="20"/>
          <a:stretch/>
        </p:blipFill>
        <p:spPr>
          <a:xfrm>
            <a:off x="0" y="0"/>
            <a:ext cx="3971109" cy="6858000"/>
          </a:xfrm>
        </p:spPr>
      </p:pic>
      <p:sp>
        <p:nvSpPr>
          <p:cNvPr id="9" name="Text Placeholder 8">
            <a:extLst>
              <a:ext uri="{FF2B5EF4-FFF2-40B4-BE49-F238E27FC236}">
                <a16:creationId xmlns:a16="http://schemas.microsoft.com/office/drawing/2014/main" id="{8DC730EA-EA85-2A3B-5AD9-6F26BE58943C}"/>
              </a:ext>
            </a:extLst>
          </p:cNvPr>
          <p:cNvSpPr>
            <a:spLocks noGrp="1"/>
          </p:cNvSpPr>
          <p:nvPr>
            <p:ph type="body" sz="half" idx="15"/>
          </p:nvPr>
        </p:nvSpPr>
        <p:spPr>
          <a:xfrm>
            <a:off x="8001000" y="2194559"/>
            <a:ext cx="3440736" cy="3550949"/>
          </a:xfrm>
        </p:spPr>
        <p:txBody>
          <a:bodyPr vert="horz" lIns="91440" tIns="45720" rIns="91440" bIns="45720" numCol="1" rtlCol="0" anchor="t">
            <a:noAutofit/>
          </a:bodyPr>
          <a:lstStyle/>
          <a:p>
            <a:r>
              <a:rPr lang="en-US" sz="1600" dirty="0"/>
              <a:t>  The pantry is the catalog of food available to order through subscription. You can see the details of a particular meal by pressing the View Meal button. That leads you to a page describing contents and nutritional facts of that meal box.</a:t>
            </a:r>
            <a:endParaRPr lang="en-US" dirty="0"/>
          </a:p>
          <a:p>
            <a:r>
              <a:rPr lang="en-US" sz="1600" dirty="0"/>
              <a:t>      You can add a meal to your dashboard to receive and/or write a review about foods you've tried with the service already.</a:t>
            </a:r>
            <a:endParaRPr lang="en-US"/>
          </a:p>
        </p:txBody>
      </p:sp>
      <p:sp>
        <p:nvSpPr>
          <p:cNvPr id="4" name="Slide Number Placeholder 3">
            <a:extLst>
              <a:ext uri="{FF2B5EF4-FFF2-40B4-BE49-F238E27FC236}">
                <a16:creationId xmlns:a16="http://schemas.microsoft.com/office/drawing/2014/main" id="{688F472B-125B-174B-64F7-F57ACB077FB1}"/>
              </a:ext>
            </a:extLst>
          </p:cNvPr>
          <p:cNvSpPr>
            <a:spLocks noGrp="1"/>
          </p:cNvSpPr>
          <p:nvPr>
            <p:ph type="sldNum" sz="quarter" idx="4"/>
          </p:nvPr>
        </p:nvSpPr>
        <p:spPr>
          <a:xfrm>
            <a:off x="11274552" y="6061039"/>
            <a:ext cx="457200" cy="385480"/>
          </a:xfrm>
        </p:spPr>
        <p:txBody>
          <a:bodyPr/>
          <a:lstStyle/>
          <a:p>
            <a:fld id="{745CA84A-544F-4B6B-BC9A-925394EE73B5}" type="slidenum">
              <a:rPr lang="en-US" smtClean="0"/>
              <a:pPr/>
              <a:t>1</a:t>
            </a:fld>
            <a:endParaRPr lang="en-US" dirty="0"/>
          </a:p>
        </p:txBody>
      </p:sp>
      <p:sp>
        <p:nvSpPr>
          <p:cNvPr id="20" name="Text Placeholder 19">
            <a:extLst>
              <a:ext uri="{FF2B5EF4-FFF2-40B4-BE49-F238E27FC236}">
                <a16:creationId xmlns:a16="http://schemas.microsoft.com/office/drawing/2014/main" id="{9131C7AB-FA24-3E01-608E-EB55370A0813}"/>
              </a:ext>
            </a:extLst>
          </p:cNvPr>
          <p:cNvSpPr>
            <a:spLocks noGrp="1"/>
          </p:cNvSpPr>
          <p:nvPr>
            <p:ph type="body" sz="half" idx="14"/>
          </p:nvPr>
        </p:nvSpPr>
        <p:spPr>
          <a:xfrm>
            <a:off x="4541345" y="1066800"/>
            <a:ext cx="3291840" cy="365760"/>
          </a:xfrm>
        </p:spPr>
        <p:txBody>
          <a:bodyPr vert="horz" lIns="91440" tIns="45720" rIns="91440" bIns="45720" rtlCol="0" anchor="t">
            <a:noAutofit/>
          </a:bodyPr>
          <a:lstStyle/>
          <a:p>
            <a:r>
              <a:rPr lang="en-US" dirty="0">
                <a:latin typeface="Franklin Gothic Medium"/>
              </a:rPr>
              <a:t>Starts from index page</a:t>
            </a:r>
            <a:endParaRPr lang="en-US" dirty="0"/>
          </a:p>
        </p:txBody>
      </p:sp>
      <p:sp>
        <p:nvSpPr>
          <p:cNvPr id="22" name="Text Placeholder 21">
            <a:extLst>
              <a:ext uri="{FF2B5EF4-FFF2-40B4-BE49-F238E27FC236}">
                <a16:creationId xmlns:a16="http://schemas.microsoft.com/office/drawing/2014/main" id="{437DCC5A-C42E-A502-B91B-0801184C2ABC}"/>
              </a:ext>
            </a:extLst>
          </p:cNvPr>
          <p:cNvSpPr>
            <a:spLocks noGrp="1"/>
          </p:cNvSpPr>
          <p:nvPr>
            <p:ph type="body" sz="half" idx="13"/>
          </p:nvPr>
        </p:nvSpPr>
        <p:spPr>
          <a:xfrm>
            <a:off x="4453128" y="1432559"/>
            <a:ext cx="3431977" cy="2771681"/>
          </a:xfrm>
        </p:spPr>
        <p:txBody>
          <a:bodyPr vert="horz" lIns="91440" tIns="45720" rIns="91440" bIns="45720" numCol="1" rtlCol="0" anchor="t">
            <a:noAutofit/>
          </a:bodyPr>
          <a:lstStyle/>
          <a:p>
            <a:pPr marL="0" indent="0">
              <a:lnSpc>
                <a:spcPct val="100000"/>
              </a:lnSpc>
              <a:buNone/>
            </a:pPr>
            <a:r>
              <a:rPr lang="en-US" sz="1600" dirty="0"/>
              <a:t>  Register if no account exists, login if account exists.</a:t>
            </a:r>
            <a:endParaRPr lang="en-US" dirty="0"/>
          </a:p>
          <a:p>
            <a:pPr marL="0" indent="0">
              <a:lnSpc>
                <a:spcPct val="100000"/>
              </a:lnSpc>
              <a:buNone/>
            </a:pPr>
            <a:r>
              <a:rPr lang="en-US" sz="1600" dirty="0"/>
              <a:t>     Leads to </a:t>
            </a:r>
            <a:r>
              <a:rPr lang="en-US" sz="1600" dirty="0" err="1"/>
              <a:t>consumerDashboard</a:t>
            </a:r>
            <a:r>
              <a:rPr lang="en-US" sz="1600" dirty="0"/>
              <a:t>, which shows info such as how long the subscription has been going for, and how many meals have been planned for that week. Also shows what meals you have added, and the reviews you have written.</a:t>
            </a:r>
          </a:p>
        </p:txBody>
      </p:sp>
      <p:sp>
        <p:nvSpPr>
          <p:cNvPr id="24" name="Text Placeholder 19">
            <a:extLst>
              <a:ext uri="{FF2B5EF4-FFF2-40B4-BE49-F238E27FC236}">
                <a16:creationId xmlns:a16="http://schemas.microsoft.com/office/drawing/2014/main" id="{A8A597B5-2C65-71BC-4893-1BAEC86EBE20}"/>
              </a:ext>
            </a:extLst>
          </p:cNvPr>
          <p:cNvSpPr txBox="1">
            <a:spLocks/>
          </p:cNvSpPr>
          <p:nvPr/>
        </p:nvSpPr>
        <p:spPr>
          <a:xfrm>
            <a:off x="7995745" y="1718441"/>
            <a:ext cx="3291840" cy="365760"/>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b="1" i="0" kern="1200" cap="all" spc="100" baseline="0">
                <a:solidFill>
                  <a:schemeClr val="tx1">
                    <a:lumMod val="85000"/>
                    <a:lumOff val="15000"/>
                  </a:schemeClr>
                </a:solidFill>
                <a:latin typeface="Franklin Gothic Medium" panose="020B06030201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latin typeface="Franklin Gothic Medium"/>
              </a:rPr>
              <a:t>Go to the pantry from there</a:t>
            </a:r>
            <a:endParaRPr lang="en-US" dirty="0"/>
          </a:p>
        </p:txBody>
      </p:sp>
    </p:spTree>
    <p:extLst>
      <p:ext uri="{BB962C8B-B14F-4D97-AF65-F5344CB8AC3E}">
        <p14:creationId xmlns:p14="http://schemas.microsoft.com/office/powerpoint/2010/main" val="3669645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583A98-3260-9DFF-5A18-74A49AAC1B5F}"/>
              </a:ext>
            </a:extLst>
          </p:cNvPr>
          <p:cNvSpPr>
            <a:spLocks noGrp="1"/>
          </p:cNvSpPr>
          <p:nvPr>
            <p:ph type="title"/>
          </p:nvPr>
        </p:nvSpPr>
        <p:spPr>
          <a:xfrm>
            <a:off x="457200" y="457200"/>
            <a:ext cx="5212080" cy="777240"/>
          </a:xfrm>
        </p:spPr>
        <p:txBody>
          <a:bodyPr/>
          <a:lstStyle/>
          <a:p>
            <a:r>
              <a:rPr lang="en-US" dirty="0"/>
              <a:t>Greek yogurt parfait  </a:t>
            </a:r>
          </a:p>
        </p:txBody>
      </p:sp>
      <p:sp>
        <p:nvSpPr>
          <p:cNvPr id="5" name="Subtitle 4">
            <a:extLst>
              <a:ext uri="{FF2B5EF4-FFF2-40B4-BE49-F238E27FC236}">
                <a16:creationId xmlns:a16="http://schemas.microsoft.com/office/drawing/2014/main" id="{A6F866E4-F272-BF8E-A9F5-227A063D464D}"/>
              </a:ext>
            </a:extLst>
          </p:cNvPr>
          <p:cNvSpPr>
            <a:spLocks noGrp="1"/>
          </p:cNvSpPr>
          <p:nvPr>
            <p:ph type="subTitle" idx="20"/>
          </p:nvPr>
        </p:nvSpPr>
        <p:spPr>
          <a:xfrm>
            <a:off x="457200" y="1234440"/>
            <a:ext cx="5212080" cy="321566"/>
          </a:xfrm>
        </p:spPr>
        <p:txBody>
          <a:bodyPr/>
          <a:lstStyle/>
          <a:p>
            <a:r>
              <a:rPr lang="en-US" dirty="0"/>
              <a:t>5 minutes • 1-2 servings</a:t>
            </a:r>
          </a:p>
        </p:txBody>
      </p:sp>
      <p:pic>
        <p:nvPicPr>
          <p:cNvPr id="16" name="Picture Placeholder 17" descr="A bowl of cereal with fruit and yogurt">
            <a:extLst>
              <a:ext uri="{FF2B5EF4-FFF2-40B4-BE49-F238E27FC236}">
                <a16:creationId xmlns:a16="http://schemas.microsoft.com/office/drawing/2014/main" id="{FCA3CB1C-897D-82EF-A6C0-1532276E56C0}"/>
              </a:ext>
            </a:extLst>
          </p:cNvPr>
          <p:cNvPicPr>
            <a:picLocks noGrp="1" noChangeAspect="1"/>
          </p:cNvPicPr>
          <p:nvPr>
            <p:ph type="pic" sz="quarter" idx="10"/>
          </p:nvPr>
        </p:nvPicPr>
        <p:blipFill>
          <a:blip r:embed="rId2"/>
          <a:srcRect t="14" b="14"/>
          <a:stretch/>
        </p:blipFill>
        <p:spPr>
          <a:xfrm>
            <a:off x="0" y="1828800"/>
            <a:ext cx="5669280" cy="5029200"/>
          </a:xfrm>
        </p:spPr>
      </p:pic>
      <p:sp>
        <p:nvSpPr>
          <p:cNvPr id="6" name="Text Placeholder 5">
            <a:extLst>
              <a:ext uri="{FF2B5EF4-FFF2-40B4-BE49-F238E27FC236}">
                <a16:creationId xmlns:a16="http://schemas.microsoft.com/office/drawing/2014/main" id="{BA358408-9FD6-F121-A6DB-56A613713391}"/>
              </a:ext>
            </a:extLst>
          </p:cNvPr>
          <p:cNvSpPr>
            <a:spLocks noGrp="1"/>
          </p:cNvSpPr>
          <p:nvPr>
            <p:ph type="body" sz="half" idx="11"/>
          </p:nvPr>
        </p:nvSpPr>
        <p:spPr>
          <a:xfrm>
            <a:off x="6351894" y="457200"/>
            <a:ext cx="4937760" cy="365760"/>
          </a:xfrm>
        </p:spPr>
        <p:txBody>
          <a:bodyPr/>
          <a:lstStyle/>
          <a:p>
            <a:r>
              <a:rPr lang="en-US" dirty="0"/>
              <a:t>ingredients</a:t>
            </a:r>
          </a:p>
        </p:txBody>
      </p:sp>
      <p:sp>
        <p:nvSpPr>
          <p:cNvPr id="7" name="Text Placeholder 6">
            <a:extLst>
              <a:ext uri="{FF2B5EF4-FFF2-40B4-BE49-F238E27FC236}">
                <a16:creationId xmlns:a16="http://schemas.microsoft.com/office/drawing/2014/main" id="{68EFE265-3103-F9E5-BED4-8BEB09FEBECE}"/>
              </a:ext>
            </a:extLst>
          </p:cNvPr>
          <p:cNvSpPr>
            <a:spLocks noGrp="1"/>
          </p:cNvSpPr>
          <p:nvPr>
            <p:ph type="body" sz="half" idx="12"/>
          </p:nvPr>
        </p:nvSpPr>
        <p:spPr>
          <a:xfrm>
            <a:off x="6351894" y="822961"/>
            <a:ext cx="4937760" cy="1155812"/>
          </a:xfrm>
        </p:spPr>
        <p:txBody>
          <a:bodyPr/>
          <a:lstStyle/>
          <a:p>
            <a:r>
              <a:rPr lang="en-US" dirty="0"/>
              <a:t>Greek yogurt</a:t>
            </a:r>
          </a:p>
          <a:p>
            <a:r>
              <a:rPr lang="en-US" dirty="0"/>
              <a:t>Fresh berries (such as strawberries, blueberries, or raspberries)</a:t>
            </a:r>
          </a:p>
          <a:p>
            <a:r>
              <a:rPr lang="en-US" dirty="0"/>
              <a:t>Honey or maple syrup</a:t>
            </a:r>
          </a:p>
          <a:p>
            <a:r>
              <a:rPr lang="en-US" dirty="0"/>
              <a:t>Granola or crushed nuts</a:t>
            </a:r>
          </a:p>
        </p:txBody>
      </p:sp>
      <p:sp>
        <p:nvSpPr>
          <p:cNvPr id="9" name="Text Placeholder 8">
            <a:extLst>
              <a:ext uri="{FF2B5EF4-FFF2-40B4-BE49-F238E27FC236}">
                <a16:creationId xmlns:a16="http://schemas.microsoft.com/office/drawing/2014/main" id="{C95A46BA-4BCF-1E7D-7009-D60FE1EB0CF0}"/>
              </a:ext>
            </a:extLst>
          </p:cNvPr>
          <p:cNvSpPr>
            <a:spLocks noGrp="1"/>
          </p:cNvSpPr>
          <p:nvPr>
            <p:ph type="body" sz="half" idx="21"/>
          </p:nvPr>
        </p:nvSpPr>
        <p:spPr>
          <a:xfrm>
            <a:off x="6351894" y="2176492"/>
            <a:ext cx="4937760" cy="365760"/>
          </a:xfrm>
        </p:spPr>
        <p:txBody>
          <a:bodyPr/>
          <a:lstStyle/>
          <a:p>
            <a:r>
              <a:rPr lang="en-US" dirty="0"/>
              <a:t>preparation</a:t>
            </a:r>
          </a:p>
        </p:txBody>
      </p:sp>
      <p:sp>
        <p:nvSpPr>
          <p:cNvPr id="33" name="Text Placeholder 32">
            <a:extLst>
              <a:ext uri="{FF2B5EF4-FFF2-40B4-BE49-F238E27FC236}">
                <a16:creationId xmlns:a16="http://schemas.microsoft.com/office/drawing/2014/main" id="{67EE3636-CC2E-6302-9C82-7A4FFA712F53}"/>
              </a:ext>
            </a:extLst>
          </p:cNvPr>
          <p:cNvSpPr>
            <a:spLocks noGrp="1"/>
          </p:cNvSpPr>
          <p:nvPr>
            <p:ph type="body" sz="quarter" idx="40"/>
          </p:nvPr>
        </p:nvSpPr>
        <p:spPr>
          <a:xfrm>
            <a:off x="6181709" y="2582712"/>
            <a:ext cx="613184" cy="548640"/>
          </a:xfrm>
        </p:spPr>
        <p:txBody>
          <a:bodyPr/>
          <a:lstStyle/>
          <a:p>
            <a:r>
              <a:rPr lang="en-US" dirty="0"/>
              <a:t>1</a:t>
            </a:r>
          </a:p>
        </p:txBody>
      </p:sp>
      <p:sp>
        <p:nvSpPr>
          <p:cNvPr id="10" name="Text Placeholder 9">
            <a:extLst>
              <a:ext uri="{FF2B5EF4-FFF2-40B4-BE49-F238E27FC236}">
                <a16:creationId xmlns:a16="http://schemas.microsoft.com/office/drawing/2014/main" id="{233FEB24-5DAC-2EFF-8388-7DAEA87B6758}"/>
              </a:ext>
            </a:extLst>
          </p:cNvPr>
          <p:cNvSpPr>
            <a:spLocks noGrp="1"/>
          </p:cNvSpPr>
          <p:nvPr>
            <p:ph type="body" sz="half" idx="22"/>
          </p:nvPr>
        </p:nvSpPr>
        <p:spPr>
          <a:xfrm>
            <a:off x="6805503" y="2593131"/>
            <a:ext cx="1920240" cy="1097280"/>
          </a:xfrm>
        </p:spPr>
        <p:txBody>
          <a:bodyPr/>
          <a:lstStyle/>
          <a:p>
            <a:r>
              <a:rPr lang="en-US" dirty="0"/>
              <a:t>In a glass or bowl, layer Greek yogurt, fresh berries, and a drizzle of honey or maple syrup.</a:t>
            </a:r>
          </a:p>
        </p:txBody>
      </p:sp>
      <p:sp>
        <p:nvSpPr>
          <p:cNvPr id="34" name="Text Placeholder 33">
            <a:extLst>
              <a:ext uri="{FF2B5EF4-FFF2-40B4-BE49-F238E27FC236}">
                <a16:creationId xmlns:a16="http://schemas.microsoft.com/office/drawing/2014/main" id="{0AC8C5E2-1FA2-DED9-4DAF-7D6B9FE21884}"/>
              </a:ext>
            </a:extLst>
          </p:cNvPr>
          <p:cNvSpPr>
            <a:spLocks noGrp="1"/>
          </p:cNvSpPr>
          <p:nvPr>
            <p:ph type="body" sz="quarter" idx="41"/>
          </p:nvPr>
        </p:nvSpPr>
        <p:spPr>
          <a:xfrm>
            <a:off x="8754474" y="2594785"/>
            <a:ext cx="613184" cy="548640"/>
          </a:xfrm>
        </p:spPr>
        <p:txBody>
          <a:bodyPr/>
          <a:lstStyle/>
          <a:p>
            <a:r>
              <a:rPr lang="en-US" dirty="0"/>
              <a:t>2</a:t>
            </a:r>
          </a:p>
        </p:txBody>
      </p:sp>
      <p:sp>
        <p:nvSpPr>
          <p:cNvPr id="11" name="Text Placeholder 10">
            <a:extLst>
              <a:ext uri="{FF2B5EF4-FFF2-40B4-BE49-F238E27FC236}">
                <a16:creationId xmlns:a16="http://schemas.microsoft.com/office/drawing/2014/main" id="{A1CFB426-0566-8141-E780-1694A85F13E0}"/>
              </a:ext>
            </a:extLst>
          </p:cNvPr>
          <p:cNvSpPr>
            <a:spLocks noGrp="1"/>
          </p:cNvSpPr>
          <p:nvPr>
            <p:ph type="body" sz="half" idx="32"/>
          </p:nvPr>
        </p:nvSpPr>
        <p:spPr>
          <a:xfrm>
            <a:off x="9367846" y="2593131"/>
            <a:ext cx="1920240" cy="1097280"/>
          </a:xfrm>
        </p:spPr>
        <p:txBody>
          <a:bodyPr/>
          <a:lstStyle/>
          <a:p>
            <a:r>
              <a:rPr lang="en-US" dirty="0"/>
              <a:t>Repeat the layers until you reach the desired amount.</a:t>
            </a:r>
          </a:p>
          <a:p>
            <a:endParaRPr lang="en-US" dirty="0"/>
          </a:p>
        </p:txBody>
      </p:sp>
      <p:sp>
        <p:nvSpPr>
          <p:cNvPr id="35" name="Text Placeholder 34">
            <a:extLst>
              <a:ext uri="{FF2B5EF4-FFF2-40B4-BE49-F238E27FC236}">
                <a16:creationId xmlns:a16="http://schemas.microsoft.com/office/drawing/2014/main" id="{B54D5545-18CC-BC00-51B4-51207BFF431E}"/>
              </a:ext>
            </a:extLst>
          </p:cNvPr>
          <p:cNvSpPr>
            <a:spLocks noGrp="1"/>
          </p:cNvSpPr>
          <p:nvPr>
            <p:ph type="body" sz="quarter" idx="42"/>
          </p:nvPr>
        </p:nvSpPr>
        <p:spPr>
          <a:xfrm>
            <a:off x="6181709" y="3884473"/>
            <a:ext cx="613184" cy="548640"/>
          </a:xfrm>
        </p:spPr>
        <p:txBody>
          <a:bodyPr/>
          <a:lstStyle/>
          <a:p>
            <a:r>
              <a:rPr lang="en-US" dirty="0"/>
              <a:t>3</a:t>
            </a:r>
          </a:p>
        </p:txBody>
      </p:sp>
      <p:sp>
        <p:nvSpPr>
          <p:cNvPr id="12" name="Text Placeholder 11">
            <a:extLst>
              <a:ext uri="{FF2B5EF4-FFF2-40B4-BE49-F238E27FC236}">
                <a16:creationId xmlns:a16="http://schemas.microsoft.com/office/drawing/2014/main" id="{BDA46A21-5494-9F5F-0937-F450536851D4}"/>
              </a:ext>
            </a:extLst>
          </p:cNvPr>
          <p:cNvSpPr>
            <a:spLocks noGrp="1"/>
          </p:cNvSpPr>
          <p:nvPr>
            <p:ph type="body" sz="half" idx="33"/>
          </p:nvPr>
        </p:nvSpPr>
        <p:spPr>
          <a:xfrm>
            <a:off x="6807071" y="3886177"/>
            <a:ext cx="1920240" cy="1097280"/>
          </a:xfrm>
        </p:spPr>
        <p:txBody>
          <a:bodyPr/>
          <a:lstStyle/>
          <a:p>
            <a:r>
              <a:rPr lang="en-US" dirty="0"/>
              <a:t>Top the parfait with a sprinkle of granola or crushed nuts for added crunch.</a:t>
            </a:r>
          </a:p>
        </p:txBody>
      </p:sp>
      <p:sp>
        <p:nvSpPr>
          <p:cNvPr id="36" name="Text Placeholder 35">
            <a:extLst>
              <a:ext uri="{FF2B5EF4-FFF2-40B4-BE49-F238E27FC236}">
                <a16:creationId xmlns:a16="http://schemas.microsoft.com/office/drawing/2014/main" id="{5283CF5E-9891-768E-6EBB-ECBD9692E330}"/>
              </a:ext>
            </a:extLst>
          </p:cNvPr>
          <p:cNvSpPr>
            <a:spLocks noGrp="1"/>
          </p:cNvSpPr>
          <p:nvPr>
            <p:ph type="body" sz="quarter" idx="43"/>
          </p:nvPr>
        </p:nvSpPr>
        <p:spPr>
          <a:xfrm>
            <a:off x="8754474" y="3886177"/>
            <a:ext cx="613184" cy="548640"/>
          </a:xfrm>
        </p:spPr>
        <p:txBody>
          <a:bodyPr/>
          <a:lstStyle/>
          <a:p>
            <a:r>
              <a:rPr lang="en-US" dirty="0"/>
              <a:t>4</a:t>
            </a:r>
          </a:p>
        </p:txBody>
      </p:sp>
      <p:sp>
        <p:nvSpPr>
          <p:cNvPr id="13" name="Text Placeholder 12">
            <a:extLst>
              <a:ext uri="{FF2B5EF4-FFF2-40B4-BE49-F238E27FC236}">
                <a16:creationId xmlns:a16="http://schemas.microsoft.com/office/drawing/2014/main" id="{69313602-9C40-33D5-9BFA-07C95D9EDA62}"/>
              </a:ext>
            </a:extLst>
          </p:cNvPr>
          <p:cNvSpPr>
            <a:spLocks noGrp="1"/>
          </p:cNvSpPr>
          <p:nvPr>
            <p:ph type="body" sz="half" idx="34"/>
          </p:nvPr>
        </p:nvSpPr>
        <p:spPr>
          <a:xfrm>
            <a:off x="9369414" y="3886177"/>
            <a:ext cx="1920240" cy="1097280"/>
          </a:xfrm>
        </p:spPr>
        <p:txBody>
          <a:bodyPr/>
          <a:lstStyle/>
          <a:p>
            <a:r>
              <a:rPr lang="en-US" dirty="0"/>
              <a:t>Enjoy immediately or refrigerate for a refreshing and healthy snack.</a:t>
            </a:r>
          </a:p>
        </p:txBody>
      </p:sp>
      <p:sp>
        <p:nvSpPr>
          <p:cNvPr id="4" name="Text Placeholder 3">
            <a:extLst>
              <a:ext uri="{FF2B5EF4-FFF2-40B4-BE49-F238E27FC236}">
                <a16:creationId xmlns:a16="http://schemas.microsoft.com/office/drawing/2014/main" id="{70221034-6559-1FC3-1805-C454C5BCE216}"/>
              </a:ext>
            </a:extLst>
          </p:cNvPr>
          <p:cNvSpPr>
            <a:spLocks noGrp="1"/>
          </p:cNvSpPr>
          <p:nvPr>
            <p:ph type="body" sz="quarter" idx="18"/>
          </p:nvPr>
        </p:nvSpPr>
        <p:spPr>
          <a:xfrm>
            <a:off x="6351894" y="5177497"/>
            <a:ext cx="4937760" cy="640080"/>
          </a:xfrm>
        </p:spPr>
        <p:txBody>
          <a:bodyPr/>
          <a:lstStyle/>
          <a:p>
            <a:r>
              <a:rPr lang="en-US" dirty="0"/>
              <a:t>TIP</a:t>
            </a:r>
          </a:p>
        </p:txBody>
      </p:sp>
      <p:sp>
        <p:nvSpPr>
          <p:cNvPr id="32" name="Text Placeholder 31">
            <a:extLst>
              <a:ext uri="{FF2B5EF4-FFF2-40B4-BE49-F238E27FC236}">
                <a16:creationId xmlns:a16="http://schemas.microsoft.com/office/drawing/2014/main" id="{C08E468C-A430-AD20-D5C4-2133378F15E2}"/>
              </a:ext>
            </a:extLst>
          </p:cNvPr>
          <p:cNvSpPr>
            <a:spLocks noGrp="1"/>
          </p:cNvSpPr>
          <p:nvPr>
            <p:ph type="body" sz="quarter" idx="35"/>
          </p:nvPr>
        </p:nvSpPr>
        <p:spPr>
          <a:xfrm>
            <a:off x="6965576" y="5289177"/>
            <a:ext cx="4196137" cy="467830"/>
          </a:xfrm>
        </p:spPr>
        <p:txBody>
          <a:bodyPr/>
          <a:lstStyle/>
          <a:p>
            <a:r>
              <a:rPr lang="en-US" dirty="0"/>
              <a:t>Add a sprinkle of spirulina or bee pollen for a boost of antioxidants.</a:t>
            </a:r>
          </a:p>
        </p:txBody>
      </p:sp>
      <p:sp>
        <p:nvSpPr>
          <p:cNvPr id="8" name="Text Placeholder 7">
            <a:extLst>
              <a:ext uri="{FF2B5EF4-FFF2-40B4-BE49-F238E27FC236}">
                <a16:creationId xmlns:a16="http://schemas.microsoft.com/office/drawing/2014/main" id="{B97B6E39-CC4F-E068-BF5A-8CDC64A0C755}"/>
              </a:ext>
            </a:extLst>
          </p:cNvPr>
          <p:cNvSpPr>
            <a:spLocks noGrp="1"/>
          </p:cNvSpPr>
          <p:nvPr>
            <p:ph type="body" sz="half" idx="15"/>
          </p:nvPr>
        </p:nvSpPr>
        <p:spPr>
          <a:xfrm>
            <a:off x="6351894" y="5989320"/>
            <a:ext cx="4937760" cy="457200"/>
          </a:xfrm>
        </p:spPr>
        <p:txBody>
          <a:bodyPr/>
          <a:lstStyle/>
          <a:p>
            <a:r>
              <a:rPr lang="en-US" dirty="0"/>
              <a:t>Calories approx. 670-790; total fat 35g; saturated fat 2.6g; cholesterol 2.5mg; sodium 310mg; total carbohydrate 55-65g; dietary fiber 5.5g; protein 12g</a:t>
            </a:r>
          </a:p>
        </p:txBody>
      </p:sp>
      <p:sp>
        <p:nvSpPr>
          <p:cNvPr id="14" name="Slide Number Placeholder 13">
            <a:extLst>
              <a:ext uri="{FF2B5EF4-FFF2-40B4-BE49-F238E27FC236}">
                <a16:creationId xmlns:a16="http://schemas.microsoft.com/office/drawing/2014/main" id="{B85D9077-7C88-07FA-6FD1-F479C5186A5E}"/>
              </a:ext>
            </a:extLst>
          </p:cNvPr>
          <p:cNvSpPr>
            <a:spLocks noGrp="1"/>
          </p:cNvSpPr>
          <p:nvPr>
            <p:ph type="sldNum" sz="quarter" idx="4"/>
          </p:nvPr>
        </p:nvSpPr>
        <p:spPr>
          <a:xfrm>
            <a:off x="11274552" y="5989319"/>
            <a:ext cx="457200" cy="457200"/>
          </a:xfrm>
        </p:spPr>
        <p:txBody>
          <a:bodyPr/>
          <a:lstStyle/>
          <a:p>
            <a:fld id="{745CA84A-544F-4B6B-BC9A-925394EE73B5}" type="slidenum">
              <a:rPr lang="en-US" smtClean="0"/>
              <a:pPr/>
              <a:t>2</a:t>
            </a:fld>
            <a:endParaRPr lang="en-US" dirty="0"/>
          </a:p>
        </p:txBody>
      </p:sp>
    </p:spTree>
    <p:extLst>
      <p:ext uri="{BB962C8B-B14F-4D97-AF65-F5344CB8AC3E}">
        <p14:creationId xmlns:p14="http://schemas.microsoft.com/office/powerpoint/2010/main" val="4128653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669BB-F1E9-25E6-255D-9DA1386B8F21}"/>
              </a:ext>
            </a:extLst>
          </p:cNvPr>
          <p:cNvSpPr>
            <a:spLocks noGrp="1"/>
          </p:cNvSpPr>
          <p:nvPr>
            <p:ph type="title"/>
          </p:nvPr>
        </p:nvSpPr>
        <p:spPr>
          <a:xfrm>
            <a:off x="628027" y="623627"/>
            <a:ext cx="5212080" cy="777240"/>
          </a:xfrm>
        </p:spPr>
        <p:txBody>
          <a:bodyPr/>
          <a:lstStyle/>
          <a:p>
            <a:r>
              <a:rPr lang="en-US" dirty="0"/>
              <a:t>Chef (Provider)</a:t>
            </a:r>
          </a:p>
        </p:txBody>
      </p:sp>
      <p:pic>
        <p:nvPicPr>
          <p:cNvPr id="21" name="Picture Placeholder 20">
            <a:extLst>
              <a:ext uri="{FF2B5EF4-FFF2-40B4-BE49-F238E27FC236}">
                <a16:creationId xmlns:a16="http://schemas.microsoft.com/office/drawing/2014/main" id="{D7781136-FCF3-C2A1-6AD3-FC32D04FB48A}"/>
              </a:ext>
            </a:extLst>
          </p:cNvPr>
          <p:cNvPicPr>
            <a:picLocks noGrp="1" noChangeAspect="1"/>
          </p:cNvPicPr>
          <p:nvPr>
            <p:ph type="pic" sz="quarter" idx="10"/>
          </p:nvPr>
        </p:nvPicPr>
        <p:blipFill>
          <a:blip r:embed="rId2"/>
          <a:srcRect l="8558" r="8558"/>
          <a:stretch>
            <a:fillRect/>
          </a:stretch>
        </p:blipFill>
        <p:spPr>
          <a:xfrm>
            <a:off x="0" y="1828800"/>
            <a:ext cx="5669280" cy="5556738"/>
          </a:xfrm>
          <a:prstGeom prst="rect">
            <a:avLst/>
          </a:prstGeom>
          <a:noFill/>
        </p:spPr>
      </p:pic>
      <p:sp>
        <p:nvSpPr>
          <p:cNvPr id="5" name="Text Placeholder 4">
            <a:extLst>
              <a:ext uri="{FF2B5EF4-FFF2-40B4-BE49-F238E27FC236}">
                <a16:creationId xmlns:a16="http://schemas.microsoft.com/office/drawing/2014/main" id="{B06630A5-280E-7693-0D06-502A7D11AFEB}"/>
              </a:ext>
            </a:extLst>
          </p:cNvPr>
          <p:cNvSpPr>
            <a:spLocks noGrp="1"/>
          </p:cNvSpPr>
          <p:nvPr>
            <p:ph type="body" sz="half" idx="11"/>
          </p:nvPr>
        </p:nvSpPr>
        <p:spPr/>
        <p:txBody>
          <a:bodyPr/>
          <a:lstStyle/>
          <a:p>
            <a:r>
              <a:rPr lang="en-US" dirty="0"/>
              <a:t>Providers will also start from the Index page</a:t>
            </a:r>
          </a:p>
        </p:txBody>
      </p:sp>
      <p:sp>
        <p:nvSpPr>
          <p:cNvPr id="6" name="Text Placeholder 5">
            <a:extLst>
              <a:ext uri="{FF2B5EF4-FFF2-40B4-BE49-F238E27FC236}">
                <a16:creationId xmlns:a16="http://schemas.microsoft.com/office/drawing/2014/main" id="{01824338-D876-A3CE-8C26-E802C00D1067}"/>
              </a:ext>
            </a:extLst>
          </p:cNvPr>
          <p:cNvSpPr>
            <a:spLocks noGrp="1"/>
          </p:cNvSpPr>
          <p:nvPr>
            <p:ph type="body" sz="half" idx="12"/>
          </p:nvPr>
        </p:nvSpPr>
        <p:spPr>
          <a:xfrm>
            <a:off x="6351894" y="822960"/>
            <a:ext cx="4937760" cy="1292961"/>
          </a:xfrm>
        </p:spPr>
        <p:txBody>
          <a:bodyPr/>
          <a:lstStyle/>
          <a:p>
            <a:r>
              <a:rPr lang="en-US" dirty="0"/>
              <a:t>Anything that the providers  want to do will need to be from their personal dashboard page.</a:t>
            </a:r>
          </a:p>
          <a:p>
            <a:endParaRPr lang="en-US" dirty="0"/>
          </a:p>
          <a:p>
            <a:endParaRPr lang="en-US" dirty="0"/>
          </a:p>
          <a:p>
            <a:r>
              <a:rPr lang="en-US" dirty="0"/>
              <a:t>First, they will have to click on the “I’m a Provider button, this will take them to the provider login. Also, they could press the Login button if they already have a valid account</a:t>
            </a:r>
          </a:p>
        </p:txBody>
      </p:sp>
      <p:sp>
        <p:nvSpPr>
          <p:cNvPr id="7" name="Text Placeholder 6">
            <a:extLst>
              <a:ext uri="{FF2B5EF4-FFF2-40B4-BE49-F238E27FC236}">
                <a16:creationId xmlns:a16="http://schemas.microsoft.com/office/drawing/2014/main" id="{7A95B5B6-0053-73DA-0B16-5191CBDCFAC5}"/>
              </a:ext>
            </a:extLst>
          </p:cNvPr>
          <p:cNvSpPr>
            <a:spLocks noGrp="1"/>
          </p:cNvSpPr>
          <p:nvPr>
            <p:ph type="body" sz="half" idx="21"/>
          </p:nvPr>
        </p:nvSpPr>
        <p:spPr>
          <a:xfrm>
            <a:off x="6351894" y="2271496"/>
            <a:ext cx="4937760" cy="365760"/>
          </a:xfrm>
        </p:spPr>
        <p:txBody>
          <a:bodyPr/>
          <a:lstStyle/>
          <a:p>
            <a:r>
              <a:rPr lang="en-US" dirty="0"/>
              <a:t>Provider Information                </a:t>
            </a:r>
          </a:p>
        </p:txBody>
      </p:sp>
      <p:sp>
        <p:nvSpPr>
          <p:cNvPr id="8" name="Text Placeholder 7">
            <a:extLst>
              <a:ext uri="{FF2B5EF4-FFF2-40B4-BE49-F238E27FC236}">
                <a16:creationId xmlns:a16="http://schemas.microsoft.com/office/drawing/2014/main" id="{9B9D0D1F-C2B1-ACE5-4285-BDE471A82D51}"/>
              </a:ext>
            </a:extLst>
          </p:cNvPr>
          <p:cNvSpPr>
            <a:spLocks noGrp="1"/>
          </p:cNvSpPr>
          <p:nvPr>
            <p:ph type="body" sz="quarter" idx="40"/>
          </p:nvPr>
        </p:nvSpPr>
        <p:spPr>
          <a:xfrm>
            <a:off x="6202818" y="2781370"/>
            <a:ext cx="613184" cy="548640"/>
          </a:xfrm>
        </p:spPr>
        <p:txBody>
          <a:bodyPr/>
          <a:lstStyle/>
          <a:p>
            <a:r>
              <a:rPr lang="en-US" dirty="0"/>
              <a:t>1</a:t>
            </a:r>
          </a:p>
        </p:txBody>
      </p:sp>
      <p:sp>
        <p:nvSpPr>
          <p:cNvPr id="9" name="Text Placeholder 8">
            <a:extLst>
              <a:ext uri="{FF2B5EF4-FFF2-40B4-BE49-F238E27FC236}">
                <a16:creationId xmlns:a16="http://schemas.microsoft.com/office/drawing/2014/main" id="{809B85EE-D267-3F3D-5345-908F9F15EA43}"/>
              </a:ext>
            </a:extLst>
          </p:cNvPr>
          <p:cNvSpPr>
            <a:spLocks noGrp="1"/>
          </p:cNvSpPr>
          <p:nvPr>
            <p:ph type="body" sz="half" idx="22"/>
          </p:nvPr>
        </p:nvSpPr>
        <p:spPr>
          <a:xfrm>
            <a:off x="6900534" y="3055690"/>
            <a:ext cx="1920240" cy="1097280"/>
          </a:xfrm>
        </p:spPr>
        <p:txBody>
          <a:bodyPr/>
          <a:lstStyle/>
          <a:p>
            <a:r>
              <a:rPr lang="en-US" dirty="0"/>
              <a:t>Any provider’s information can be found by clicking the “About Me” button below their profile on the index page.</a:t>
            </a:r>
          </a:p>
        </p:txBody>
      </p:sp>
      <p:sp>
        <p:nvSpPr>
          <p:cNvPr id="10" name="Text Placeholder 9">
            <a:extLst>
              <a:ext uri="{FF2B5EF4-FFF2-40B4-BE49-F238E27FC236}">
                <a16:creationId xmlns:a16="http://schemas.microsoft.com/office/drawing/2014/main" id="{85439FFD-AB5E-F50D-818F-569D9226020C}"/>
              </a:ext>
            </a:extLst>
          </p:cNvPr>
          <p:cNvSpPr>
            <a:spLocks noGrp="1"/>
          </p:cNvSpPr>
          <p:nvPr>
            <p:ph type="body" sz="quarter" idx="41"/>
          </p:nvPr>
        </p:nvSpPr>
        <p:spPr>
          <a:xfrm>
            <a:off x="8905306" y="2989337"/>
            <a:ext cx="613184" cy="548640"/>
          </a:xfrm>
        </p:spPr>
        <p:txBody>
          <a:bodyPr/>
          <a:lstStyle/>
          <a:p>
            <a:r>
              <a:rPr lang="en-US" dirty="0"/>
              <a:t>2</a:t>
            </a:r>
          </a:p>
        </p:txBody>
      </p:sp>
      <p:sp>
        <p:nvSpPr>
          <p:cNvPr id="11" name="Text Placeholder 10">
            <a:extLst>
              <a:ext uri="{FF2B5EF4-FFF2-40B4-BE49-F238E27FC236}">
                <a16:creationId xmlns:a16="http://schemas.microsoft.com/office/drawing/2014/main" id="{24E98293-0E85-6750-80FE-F1227DAD1C1E}"/>
              </a:ext>
            </a:extLst>
          </p:cNvPr>
          <p:cNvSpPr>
            <a:spLocks noGrp="1"/>
          </p:cNvSpPr>
          <p:nvPr>
            <p:ph type="body" sz="half" idx="32"/>
          </p:nvPr>
        </p:nvSpPr>
        <p:spPr>
          <a:xfrm>
            <a:off x="9518490" y="3263657"/>
            <a:ext cx="1920240" cy="1097280"/>
          </a:xfrm>
        </p:spPr>
        <p:txBody>
          <a:bodyPr/>
          <a:lstStyle/>
          <a:p>
            <a:r>
              <a:rPr lang="en-US" dirty="0"/>
              <a:t>Providers could also navigate to their meals, (Pantry page for now), by pressing the “View Meals” button</a:t>
            </a:r>
          </a:p>
        </p:txBody>
      </p:sp>
      <p:sp>
        <p:nvSpPr>
          <p:cNvPr id="12" name="Text Placeholder 11">
            <a:extLst>
              <a:ext uri="{FF2B5EF4-FFF2-40B4-BE49-F238E27FC236}">
                <a16:creationId xmlns:a16="http://schemas.microsoft.com/office/drawing/2014/main" id="{79D9CF1A-5C68-536A-F500-ED3107D1093D}"/>
              </a:ext>
            </a:extLst>
          </p:cNvPr>
          <p:cNvSpPr>
            <a:spLocks noGrp="1"/>
          </p:cNvSpPr>
          <p:nvPr>
            <p:ph type="body" sz="quarter" idx="42"/>
          </p:nvPr>
        </p:nvSpPr>
        <p:spPr>
          <a:xfrm>
            <a:off x="6287350" y="4233266"/>
            <a:ext cx="613184" cy="548640"/>
          </a:xfrm>
        </p:spPr>
        <p:txBody>
          <a:bodyPr/>
          <a:lstStyle/>
          <a:p>
            <a:r>
              <a:rPr lang="en-US" dirty="0"/>
              <a:t>3</a:t>
            </a:r>
          </a:p>
        </p:txBody>
      </p:sp>
      <p:sp>
        <p:nvSpPr>
          <p:cNvPr id="13" name="Text Placeholder 12">
            <a:extLst>
              <a:ext uri="{FF2B5EF4-FFF2-40B4-BE49-F238E27FC236}">
                <a16:creationId xmlns:a16="http://schemas.microsoft.com/office/drawing/2014/main" id="{AF36A803-CD61-12FD-4BAC-FE7F75CC9B62}"/>
              </a:ext>
            </a:extLst>
          </p:cNvPr>
          <p:cNvSpPr>
            <a:spLocks noGrp="1"/>
          </p:cNvSpPr>
          <p:nvPr>
            <p:ph type="body" sz="half" idx="33"/>
          </p:nvPr>
        </p:nvSpPr>
        <p:spPr>
          <a:xfrm>
            <a:off x="6794893" y="4507586"/>
            <a:ext cx="4354642" cy="1097280"/>
          </a:xfrm>
        </p:spPr>
        <p:txBody>
          <a:bodyPr/>
          <a:lstStyle/>
          <a:p>
            <a:r>
              <a:rPr lang="en-US" dirty="0"/>
              <a:t>Lastly, providers can see any details on their meals located on their dashboard by pressing the “View Meal” button below each meal in their personal </a:t>
            </a:r>
            <a:r>
              <a:rPr lang="en-US" dirty="0" err="1"/>
              <a:t>Cataslog</a:t>
            </a:r>
            <a:endParaRPr lang="en-US" dirty="0"/>
          </a:p>
        </p:txBody>
      </p:sp>
      <p:sp>
        <p:nvSpPr>
          <p:cNvPr id="19" name="Slide Number Placeholder 18">
            <a:extLst>
              <a:ext uri="{FF2B5EF4-FFF2-40B4-BE49-F238E27FC236}">
                <a16:creationId xmlns:a16="http://schemas.microsoft.com/office/drawing/2014/main" id="{DEF8E22D-BBCB-E0B8-026E-5EC6BABC1D47}"/>
              </a:ext>
            </a:extLst>
          </p:cNvPr>
          <p:cNvSpPr>
            <a:spLocks noGrp="1"/>
          </p:cNvSpPr>
          <p:nvPr>
            <p:ph type="sldNum" sz="quarter" idx="4"/>
          </p:nvPr>
        </p:nvSpPr>
        <p:spPr/>
        <p:txBody>
          <a:bodyPr/>
          <a:lstStyle/>
          <a:p>
            <a:fld id="{745CA84A-544F-4B6B-BC9A-925394EE73B5}" type="slidenum">
              <a:rPr lang="en-US" smtClean="0"/>
              <a:pPr/>
              <a:t>3</a:t>
            </a:fld>
            <a:endParaRPr lang="en-US" dirty="0"/>
          </a:p>
        </p:txBody>
      </p:sp>
    </p:spTree>
    <p:extLst>
      <p:ext uri="{BB962C8B-B14F-4D97-AF65-F5344CB8AC3E}">
        <p14:creationId xmlns:p14="http://schemas.microsoft.com/office/powerpoint/2010/main" val="1669914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E1C1-9F4E-4885-8EB7-50A8AB42F3D0}"/>
              </a:ext>
            </a:extLst>
          </p:cNvPr>
          <p:cNvSpPr>
            <a:spLocks noGrp="1"/>
          </p:cNvSpPr>
          <p:nvPr>
            <p:ph type="title"/>
          </p:nvPr>
        </p:nvSpPr>
        <p:spPr>
          <a:xfrm>
            <a:off x="4507606" y="4023783"/>
            <a:ext cx="7228159" cy="1280160"/>
          </a:xfrm>
        </p:spPr>
        <p:txBody>
          <a:bodyPr/>
          <a:lstStyle/>
          <a:p>
            <a:r>
              <a:rPr lang="en-US" dirty="0"/>
              <a:t>Contributors</a:t>
            </a:r>
          </a:p>
        </p:txBody>
      </p:sp>
      <p:sp>
        <p:nvSpPr>
          <p:cNvPr id="5" name="Subtitle 4">
            <a:extLst>
              <a:ext uri="{FF2B5EF4-FFF2-40B4-BE49-F238E27FC236}">
                <a16:creationId xmlns:a16="http://schemas.microsoft.com/office/drawing/2014/main" id="{6EA4FE3B-CDB9-4A33-A1EC-6BA5FFA25150}"/>
              </a:ext>
            </a:extLst>
          </p:cNvPr>
          <p:cNvSpPr>
            <a:spLocks noGrp="1"/>
          </p:cNvSpPr>
          <p:nvPr>
            <p:ph type="subTitle" idx="10"/>
          </p:nvPr>
        </p:nvSpPr>
        <p:spPr>
          <a:xfrm>
            <a:off x="4507606" y="5300133"/>
            <a:ext cx="7228159" cy="1280584"/>
          </a:xfrm>
        </p:spPr>
        <p:txBody>
          <a:bodyPr vert="horz" lIns="91440" tIns="0" rIns="91440" bIns="45720" numCol="2" spcCol="457200" rtlCol="0" anchor="t">
            <a:noAutofit/>
          </a:bodyPr>
          <a:lstStyle/>
          <a:p>
            <a:r>
              <a:rPr lang="en-US" dirty="0"/>
              <a:t>Daniel Son</a:t>
            </a:r>
          </a:p>
          <a:p>
            <a:r>
              <a:rPr lang="en-US" dirty="0"/>
              <a:t>Jameson Teeters</a:t>
            </a:r>
          </a:p>
        </p:txBody>
      </p:sp>
      <p:pic>
        <p:nvPicPr>
          <p:cNvPr id="10" name="Picture Placeholder 9" descr="A person sprinkling flour on a dough">
            <a:extLst>
              <a:ext uri="{FF2B5EF4-FFF2-40B4-BE49-F238E27FC236}">
                <a16:creationId xmlns:a16="http://schemas.microsoft.com/office/drawing/2014/main" id="{A54E0AEB-D144-71F1-0307-E315EB45D6A3}"/>
              </a:ext>
            </a:extLst>
          </p:cNvPr>
          <p:cNvPicPr>
            <a:picLocks noGrp="1" noChangeAspect="1"/>
          </p:cNvPicPr>
          <p:nvPr>
            <p:ph type="pic" sz="quarter" idx="11"/>
          </p:nvPr>
        </p:nvPicPr>
        <p:blipFill>
          <a:blip r:embed="rId2"/>
          <a:srcRect l="40" r="40"/>
          <a:stretch/>
        </p:blipFill>
        <p:spPr>
          <a:xfrm>
            <a:off x="0" y="0"/>
            <a:ext cx="3968496" cy="6858000"/>
          </a:xfrm>
        </p:spPr>
      </p:pic>
    </p:spTree>
    <p:extLst>
      <p:ext uri="{BB962C8B-B14F-4D97-AF65-F5344CB8AC3E}">
        <p14:creationId xmlns:p14="http://schemas.microsoft.com/office/powerpoint/2010/main" val="1700940091"/>
      </p:ext>
    </p:extLst>
  </p:cSld>
  <p:clrMapOvr>
    <a:masterClrMapping/>
  </p:clrMapOvr>
</p:sld>
</file>

<file path=ppt/theme/theme1.xml><?xml version="1.0" encoding="utf-8"?>
<a:theme xmlns:a="http://schemas.openxmlformats.org/drawingml/2006/main" name="Recipe Book">
  <a:themeElements>
    <a:clrScheme name="Recipe Book">
      <a:dk1>
        <a:srgbClr val="000000"/>
      </a:dk1>
      <a:lt1>
        <a:srgbClr val="FFFFFF"/>
      </a:lt1>
      <a:dk2>
        <a:srgbClr val="533103"/>
      </a:dk2>
      <a:lt2>
        <a:srgbClr val="EFEDEB"/>
      </a:lt2>
      <a:accent1>
        <a:srgbClr val="803386"/>
      </a:accent1>
      <a:accent2>
        <a:srgbClr val="506601"/>
      </a:accent2>
      <a:accent3>
        <a:srgbClr val="CCD737"/>
      </a:accent3>
      <a:accent4>
        <a:srgbClr val="FEB02E"/>
      </a:accent4>
      <a:accent5>
        <a:srgbClr val="D9386C"/>
      </a:accent5>
      <a:accent6>
        <a:srgbClr val="BA5506"/>
      </a:accent6>
      <a:hlink>
        <a:srgbClr val="467886"/>
      </a:hlink>
      <a:folHlink>
        <a:srgbClr val="96607D"/>
      </a:folHlink>
    </a:clrScheme>
    <a:fontScheme name="Custom 30">
      <a:majorFont>
        <a:latin typeface="Avenir Next LT Pro"/>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89533498_Win32_SL_V4" id="{7EC56A2A-540B-489A-B065-A4FCC872C513}" vid="{64210924-CB36-4598-9073-6E79789822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6CA61D-72DC-47D2-B704-D41B536A8AB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7075E2F-4690-41A1-9EE7-51CB5902AC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2BBBACA-7C3E-4908-8442-1DC4C9DFCAA1}">
  <ds:schemaRefs>
    <ds:schemaRef ds:uri="http://schemas.microsoft.com/sharepoint/v3/contenttype/forms"/>
  </ds:schemaRefs>
</ds:datastoreItem>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Template/>
  <TotalTime>35</TotalTime>
  <Words>443</Words>
  <Application>Microsoft Office PowerPoint</Application>
  <PresentationFormat>Widescreen</PresentationFormat>
  <Paragraphs>49</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Avenir Next LT Pro</vt:lpstr>
      <vt:lpstr>Calibri</vt:lpstr>
      <vt:lpstr>Franklin Gothic Book</vt:lpstr>
      <vt:lpstr>Franklin Gothic Medium</vt:lpstr>
      <vt:lpstr>Recipe Book</vt:lpstr>
      <vt:lpstr>MealPrepMatch</vt:lpstr>
      <vt:lpstr>Customer(Consumer) </vt:lpstr>
      <vt:lpstr>Greek yogurt parfait  </vt:lpstr>
      <vt:lpstr>Chef (Provider)</vt:lpstr>
      <vt:lpstr>Contributors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Jameson Teeters</cp:lastModifiedBy>
  <cp:revision>87</cp:revision>
  <dcterms:created xsi:type="dcterms:W3CDTF">2026-09-24T12:17:01Z</dcterms:created>
  <dcterms:modified xsi:type="dcterms:W3CDTF">2026-09-24T15:02:58Z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